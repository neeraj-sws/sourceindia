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5" r:id="rId9"/>
    <p:sldId id="264" r:id="rId10"/>
    <p:sldId id="274" r:id="rId11"/>
    <p:sldId id="276" r:id="rId12"/>
    <p:sldId id="277" r:id="rId13"/>
    <p:sldId id="278" r:id="rId14"/>
    <p:sldId id="275" r:id="rId15"/>
    <p:sldId id="280" r:id="rId16"/>
    <p:sldId id="281" r:id="rId17"/>
    <p:sldId id="266" r:id="rId18"/>
    <p:sldId id="267" r:id="rId19"/>
    <p:sldId id="268" r:id="rId20"/>
    <p:sldId id="269" r:id="rId21"/>
    <p:sldId id="271"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640206-C506-4E1E-B901-B166FA7BC76F}" v="29" dt="2022-12-26T10:19:04.079"/>
    <p1510:client id="{5B4E532A-D329-419E-9E54-939BA6B455C1}" v="544" dt="2023-02-10T10:50:12.3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7" d="100"/>
          <a:sy n="87" d="100"/>
        </p:scale>
        <p:origin x="4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IN MAULEKHI" userId="67943ef2cc665a3a" providerId="Windows Live" clId="Web-{BAAD9B5B-1F78-40D6-BFC4-7A7069144500}"/>
    <pc:docChg chg="modSld">
      <pc:chgData name="NITIN MAULEKHI" userId="67943ef2cc665a3a" providerId="Windows Live" clId="Web-{BAAD9B5B-1F78-40D6-BFC4-7A7069144500}" dt="2022-12-20T07:41:00.836" v="103" actId="14100"/>
      <pc:docMkLst>
        <pc:docMk/>
      </pc:docMkLst>
      <pc:sldChg chg="modSp">
        <pc:chgData name="NITIN MAULEKHI" userId="67943ef2cc665a3a" providerId="Windows Live" clId="Web-{BAAD9B5B-1F78-40D6-BFC4-7A7069144500}" dt="2022-12-20T07:35:32.609" v="43" actId="1076"/>
        <pc:sldMkLst>
          <pc:docMk/>
          <pc:sldMk cId="799795898" sldId="258"/>
        </pc:sldMkLst>
        <pc:spChg chg="mod">
          <ac:chgData name="NITIN MAULEKHI" userId="67943ef2cc665a3a" providerId="Windows Live" clId="Web-{BAAD9B5B-1F78-40D6-BFC4-7A7069144500}" dt="2022-12-20T07:32:20.557" v="5" actId="14100"/>
          <ac:spMkLst>
            <pc:docMk/>
            <pc:sldMk cId="799795898" sldId="258"/>
            <ac:spMk id="6" creationId="{2D1F72A0-4166-6661-45F7-9F7A5B3895D0}"/>
          </ac:spMkLst>
        </pc:spChg>
        <pc:picChg chg="mod">
          <ac:chgData name="NITIN MAULEKHI" userId="67943ef2cc665a3a" providerId="Windows Live" clId="Web-{BAAD9B5B-1F78-40D6-BFC4-7A7069144500}" dt="2022-12-20T07:35:32.609" v="43" actId="1076"/>
          <ac:picMkLst>
            <pc:docMk/>
            <pc:sldMk cId="799795898" sldId="258"/>
            <ac:picMk id="4" creationId="{21C73E56-CCA7-6520-03EF-3709CF692792}"/>
          </ac:picMkLst>
        </pc:picChg>
      </pc:sldChg>
      <pc:sldChg chg="modSp">
        <pc:chgData name="NITIN MAULEKHI" userId="67943ef2cc665a3a" providerId="Windows Live" clId="Web-{BAAD9B5B-1F78-40D6-BFC4-7A7069144500}" dt="2022-12-20T07:35:28.749" v="42" actId="1076"/>
        <pc:sldMkLst>
          <pc:docMk/>
          <pc:sldMk cId="3774572985" sldId="259"/>
        </pc:sldMkLst>
        <pc:spChg chg="mod">
          <ac:chgData name="NITIN MAULEKHI" userId="67943ef2cc665a3a" providerId="Windows Live" clId="Web-{BAAD9B5B-1F78-40D6-BFC4-7A7069144500}" dt="2022-12-20T07:35:28.749" v="42" actId="1076"/>
          <ac:spMkLst>
            <pc:docMk/>
            <pc:sldMk cId="3774572985" sldId="259"/>
            <ac:spMk id="6" creationId="{8AC747D5-62DA-0CD5-D2A0-418CEB8912E3}"/>
          </ac:spMkLst>
        </pc:spChg>
        <pc:picChg chg="mod">
          <ac:chgData name="NITIN MAULEKHI" userId="67943ef2cc665a3a" providerId="Windows Live" clId="Web-{BAAD9B5B-1F78-40D6-BFC4-7A7069144500}" dt="2022-12-20T07:35:26.218" v="41" actId="1076"/>
          <ac:picMkLst>
            <pc:docMk/>
            <pc:sldMk cId="3774572985" sldId="259"/>
            <ac:picMk id="4" creationId="{7C3FB71E-BB8D-2E60-33D9-551F8BAF85F9}"/>
          </ac:picMkLst>
        </pc:picChg>
      </pc:sldChg>
      <pc:sldChg chg="modSp">
        <pc:chgData name="NITIN MAULEKHI" userId="67943ef2cc665a3a" providerId="Windows Live" clId="Web-{BAAD9B5B-1F78-40D6-BFC4-7A7069144500}" dt="2022-12-20T07:35:19.905" v="40" actId="1076"/>
        <pc:sldMkLst>
          <pc:docMk/>
          <pc:sldMk cId="3596277383" sldId="260"/>
        </pc:sldMkLst>
        <pc:spChg chg="mod">
          <ac:chgData name="NITIN MAULEKHI" userId="67943ef2cc665a3a" providerId="Windows Live" clId="Web-{BAAD9B5B-1F78-40D6-BFC4-7A7069144500}" dt="2022-12-20T07:35:19.905" v="40" actId="1076"/>
          <ac:spMkLst>
            <pc:docMk/>
            <pc:sldMk cId="3596277383" sldId="260"/>
            <ac:spMk id="6" creationId="{F985EBBC-6273-3AF5-CE4D-2A045C2B9511}"/>
          </ac:spMkLst>
        </pc:spChg>
        <pc:picChg chg="mod">
          <ac:chgData name="NITIN MAULEKHI" userId="67943ef2cc665a3a" providerId="Windows Live" clId="Web-{BAAD9B5B-1F78-40D6-BFC4-7A7069144500}" dt="2022-12-20T07:35:16.452" v="39" actId="1076"/>
          <ac:picMkLst>
            <pc:docMk/>
            <pc:sldMk cId="3596277383" sldId="260"/>
            <ac:picMk id="4" creationId="{7AAAED87-13E4-4E70-1E1E-29F446D865C2}"/>
          </ac:picMkLst>
        </pc:picChg>
      </pc:sldChg>
      <pc:sldChg chg="modSp">
        <pc:chgData name="NITIN MAULEKHI" userId="67943ef2cc665a3a" providerId="Windows Live" clId="Web-{BAAD9B5B-1F78-40D6-BFC4-7A7069144500}" dt="2022-12-20T07:35:10.077" v="38" actId="1076"/>
        <pc:sldMkLst>
          <pc:docMk/>
          <pc:sldMk cId="1317039233" sldId="261"/>
        </pc:sldMkLst>
        <pc:spChg chg="mod">
          <ac:chgData name="NITIN MAULEKHI" userId="67943ef2cc665a3a" providerId="Windows Live" clId="Web-{BAAD9B5B-1F78-40D6-BFC4-7A7069144500}" dt="2022-12-20T07:35:10.077" v="38" actId="1076"/>
          <ac:spMkLst>
            <pc:docMk/>
            <pc:sldMk cId="1317039233" sldId="261"/>
            <ac:spMk id="6" creationId="{6CCDEF6D-316A-C0CF-FDC1-B125E2C0F64C}"/>
          </ac:spMkLst>
        </pc:spChg>
        <pc:picChg chg="mod">
          <ac:chgData name="NITIN MAULEKHI" userId="67943ef2cc665a3a" providerId="Windows Live" clId="Web-{BAAD9B5B-1F78-40D6-BFC4-7A7069144500}" dt="2022-12-20T07:35:06.967" v="37" actId="1076"/>
          <ac:picMkLst>
            <pc:docMk/>
            <pc:sldMk cId="1317039233" sldId="261"/>
            <ac:picMk id="4" creationId="{CF4D7265-B440-DEA2-343F-7B33AFBCBB9C}"/>
          </ac:picMkLst>
        </pc:picChg>
      </pc:sldChg>
      <pc:sldChg chg="modSp">
        <pc:chgData name="NITIN MAULEKHI" userId="67943ef2cc665a3a" providerId="Windows Live" clId="Web-{BAAD9B5B-1F78-40D6-BFC4-7A7069144500}" dt="2022-12-20T07:35:53.093" v="44" actId="1076"/>
        <pc:sldMkLst>
          <pc:docMk/>
          <pc:sldMk cId="2159355850" sldId="263"/>
        </pc:sldMkLst>
        <pc:spChg chg="mod">
          <ac:chgData name="NITIN MAULEKHI" userId="67943ef2cc665a3a" providerId="Windows Live" clId="Web-{BAAD9B5B-1F78-40D6-BFC4-7A7069144500}" dt="2022-12-20T07:34:16.841" v="29" actId="1076"/>
          <ac:spMkLst>
            <pc:docMk/>
            <pc:sldMk cId="2159355850" sldId="263"/>
            <ac:spMk id="7" creationId="{F5895BF7-20B0-5F94-6BF4-2F69CDDAD5F5}"/>
          </ac:spMkLst>
        </pc:spChg>
        <pc:picChg chg="mod">
          <ac:chgData name="NITIN MAULEKHI" userId="67943ef2cc665a3a" providerId="Windows Live" clId="Web-{BAAD9B5B-1F78-40D6-BFC4-7A7069144500}" dt="2022-12-20T07:35:53.093" v="44" actId="1076"/>
          <ac:picMkLst>
            <pc:docMk/>
            <pc:sldMk cId="2159355850" sldId="263"/>
            <ac:picMk id="4" creationId="{E01FD935-CC9F-A581-6A2B-C12E45087AC7}"/>
          </ac:picMkLst>
        </pc:picChg>
      </pc:sldChg>
      <pc:sldChg chg="modSp">
        <pc:chgData name="NITIN MAULEKHI" userId="67943ef2cc665a3a" providerId="Windows Live" clId="Web-{BAAD9B5B-1F78-40D6-BFC4-7A7069144500}" dt="2022-12-20T07:36:14.016" v="48" actId="1076"/>
        <pc:sldMkLst>
          <pc:docMk/>
          <pc:sldMk cId="2985754146" sldId="264"/>
        </pc:sldMkLst>
        <pc:spChg chg="mod">
          <ac:chgData name="NITIN MAULEKHI" userId="67943ef2cc665a3a" providerId="Windows Live" clId="Web-{BAAD9B5B-1F78-40D6-BFC4-7A7069144500}" dt="2022-12-20T07:36:14.016" v="48" actId="1076"/>
          <ac:spMkLst>
            <pc:docMk/>
            <pc:sldMk cId="2985754146" sldId="264"/>
            <ac:spMk id="10" creationId="{7A79BAB1-09FD-33B3-A645-B87A500C652E}"/>
          </ac:spMkLst>
        </pc:spChg>
        <pc:picChg chg="mod">
          <ac:chgData name="NITIN MAULEKHI" userId="67943ef2cc665a3a" providerId="Windows Live" clId="Web-{BAAD9B5B-1F78-40D6-BFC4-7A7069144500}" dt="2022-12-20T07:36:12.594" v="47" actId="1076"/>
          <ac:picMkLst>
            <pc:docMk/>
            <pc:sldMk cId="2985754146" sldId="264"/>
            <ac:picMk id="6" creationId="{82273C38-399E-1045-848F-FA4CC61B0424}"/>
          </ac:picMkLst>
        </pc:picChg>
      </pc:sldChg>
      <pc:sldChg chg="modSp">
        <pc:chgData name="NITIN MAULEKHI" userId="67943ef2cc665a3a" providerId="Windows Live" clId="Web-{BAAD9B5B-1F78-40D6-BFC4-7A7069144500}" dt="2022-12-20T07:36:06.047" v="46" actId="1076"/>
        <pc:sldMkLst>
          <pc:docMk/>
          <pc:sldMk cId="602463425" sldId="265"/>
        </pc:sldMkLst>
        <pc:spChg chg="mod">
          <ac:chgData name="NITIN MAULEKHI" userId="67943ef2cc665a3a" providerId="Windows Live" clId="Web-{BAAD9B5B-1F78-40D6-BFC4-7A7069144500}" dt="2022-12-20T07:36:06.047" v="46" actId="1076"/>
          <ac:spMkLst>
            <pc:docMk/>
            <pc:sldMk cId="602463425" sldId="265"/>
            <ac:spMk id="3" creationId="{1AED147B-83C0-675B-DCEE-D0C0961F2205}"/>
          </ac:spMkLst>
        </pc:spChg>
        <pc:picChg chg="mod">
          <ac:chgData name="NITIN MAULEKHI" userId="67943ef2cc665a3a" providerId="Windows Live" clId="Web-{BAAD9B5B-1F78-40D6-BFC4-7A7069144500}" dt="2022-12-20T07:36:01.578" v="45" actId="1076"/>
          <ac:picMkLst>
            <pc:docMk/>
            <pc:sldMk cId="602463425" sldId="265"/>
            <ac:picMk id="6" creationId="{3E8D3E8D-4CFF-3FAD-7F54-67F7450253C0}"/>
          </ac:picMkLst>
        </pc:picChg>
      </pc:sldChg>
      <pc:sldChg chg="modSp">
        <pc:chgData name="NITIN MAULEKHI" userId="67943ef2cc665a3a" providerId="Windows Live" clId="Web-{BAAD9B5B-1F78-40D6-BFC4-7A7069144500}" dt="2022-12-20T07:39:11.192" v="85" actId="1076"/>
        <pc:sldMkLst>
          <pc:docMk/>
          <pc:sldMk cId="2514573730" sldId="266"/>
        </pc:sldMkLst>
        <pc:spChg chg="mod">
          <ac:chgData name="NITIN MAULEKHI" userId="67943ef2cc665a3a" providerId="Windows Live" clId="Web-{BAAD9B5B-1F78-40D6-BFC4-7A7069144500}" dt="2022-12-20T07:39:08.083" v="84" actId="14100"/>
          <ac:spMkLst>
            <pc:docMk/>
            <pc:sldMk cId="2514573730" sldId="266"/>
            <ac:spMk id="10" creationId="{D4446831-1391-25A4-8895-88BC8382B9A3}"/>
          </ac:spMkLst>
        </pc:spChg>
        <pc:picChg chg="mod">
          <ac:chgData name="NITIN MAULEKHI" userId="67943ef2cc665a3a" providerId="Windows Live" clId="Web-{BAAD9B5B-1F78-40D6-BFC4-7A7069144500}" dt="2022-12-20T07:39:11.192" v="85" actId="1076"/>
          <ac:picMkLst>
            <pc:docMk/>
            <pc:sldMk cId="2514573730" sldId="266"/>
            <ac:picMk id="9" creationId="{086E82D2-6902-29B8-744F-F512928B4482}"/>
          </ac:picMkLst>
        </pc:picChg>
      </pc:sldChg>
      <pc:sldChg chg="modSp">
        <pc:chgData name="NITIN MAULEKHI" userId="67943ef2cc665a3a" providerId="Windows Live" clId="Web-{BAAD9B5B-1F78-40D6-BFC4-7A7069144500}" dt="2022-12-20T07:39:48.365" v="91" actId="1076"/>
        <pc:sldMkLst>
          <pc:docMk/>
          <pc:sldMk cId="2379003576" sldId="267"/>
        </pc:sldMkLst>
        <pc:spChg chg="mod">
          <ac:chgData name="NITIN MAULEKHI" userId="67943ef2cc665a3a" providerId="Windows Live" clId="Web-{BAAD9B5B-1F78-40D6-BFC4-7A7069144500}" dt="2022-12-20T07:39:48.365" v="91" actId="1076"/>
          <ac:spMkLst>
            <pc:docMk/>
            <pc:sldMk cId="2379003576" sldId="267"/>
            <ac:spMk id="7" creationId="{7F11D2A1-5FA7-DB29-A0AD-454833B5C604}"/>
          </ac:spMkLst>
        </pc:spChg>
        <pc:picChg chg="mod">
          <ac:chgData name="NITIN MAULEKHI" userId="67943ef2cc665a3a" providerId="Windows Live" clId="Web-{BAAD9B5B-1F78-40D6-BFC4-7A7069144500}" dt="2022-12-20T07:39:41.256" v="90" actId="1076"/>
          <ac:picMkLst>
            <pc:docMk/>
            <pc:sldMk cId="2379003576" sldId="267"/>
            <ac:picMk id="6" creationId="{B8B69E17-81D6-ABB1-67CE-A4EB32E5A143}"/>
          </ac:picMkLst>
        </pc:picChg>
      </pc:sldChg>
      <pc:sldChg chg="modSp">
        <pc:chgData name="NITIN MAULEKHI" userId="67943ef2cc665a3a" providerId="Windows Live" clId="Web-{BAAD9B5B-1F78-40D6-BFC4-7A7069144500}" dt="2022-12-20T07:39:59.444" v="93" actId="1076"/>
        <pc:sldMkLst>
          <pc:docMk/>
          <pc:sldMk cId="1832412502" sldId="268"/>
        </pc:sldMkLst>
        <pc:spChg chg="mod">
          <ac:chgData name="NITIN MAULEKHI" userId="67943ef2cc665a3a" providerId="Windows Live" clId="Web-{BAAD9B5B-1F78-40D6-BFC4-7A7069144500}" dt="2022-12-20T07:39:59.444" v="93" actId="1076"/>
          <ac:spMkLst>
            <pc:docMk/>
            <pc:sldMk cId="1832412502" sldId="268"/>
            <ac:spMk id="4" creationId="{959EBFBB-78C3-025D-AC2C-4BB4136FEF03}"/>
          </ac:spMkLst>
        </pc:spChg>
        <pc:picChg chg="mod">
          <ac:chgData name="NITIN MAULEKHI" userId="67943ef2cc665a3a" providerId="Windows Live" clId="Web-{BAAD9B5B-1F78-40D6-BFC4-7A7069144500}" dt="2022-12-20T07:39:55.522" v="92" actId="1076"/>
          <ac:picMkLst>
            <pc:docMk/>
            <pc:sldMk cId="1832412502" sldId="268"/>
            <ac:picMk id="2" creationId="{D5240047-BA14-4BC3-D62F-8EAB46517503}"/>
          </ac:picMkLst>
        </pc:picChg>
      </pc:sldChg>
      <pc:sldChg chg="modSp">
        <pc:chgData name="NITIN MAULEKHI" userId="67943ef2cc665a3a" providerId="Windows Live" clId="Web-{BAAD9B5B-1F78-40D6-BFC4-7A7069144500}" dt="2022-12-20T07:40:43.460" v="99" actId="1076"/>
        <pc:sldMkLst>
          <pc:docMk/>
          <pc:sldMk cId="1465063046" sldId="269"/>
        </pc:sldMkLst>
        <pc:spChg chg="mod">
          <ac:chgData name="NITIN MAULEKHI" userId="67943ef2cc665a3a" providerId="Windows Live" clId="Web-{BAAD9B5B-1F78-40D6-BFC4-7A7069144500}" dt="2022-12-20T07:40:43.460" v="99" actId="1076"/>
          <ac:spMkLst>
            <pc:docMk/>
            <pc:sldMk cId="1465063046" sldId="269"/>
            <ac:spMk id="4" creationId="{512DACEB-56D4-1BFE-80EC-13D872329F94}"/>
          </ac:spMkLst>
        </pc:spChg>
        <pc:picChg chg="mod">
          <ac:chgData name="NITIN MAULEKHI" userId="67943ef2cc665a3a" providerId="Windows Live" clId="Web-{BAAD9B5B-1F78-40D6-BFC4-7A7069144500}" dt="2022-12-20T07:40:36.335" v="98" actId="1076"/>
          <ac:picMkLst>
            <pc:docMk/>
            <pc:sldMk cId="1465063046" sldId="269"/>
            <ac:picMk id="2" creationId="{24A03C7A-EFA4-7351-14E5-3D7BC12C5DAC}"/>
          </ac:picMkLst>
        </pc:picChg>
      </pc:sldChg>
      <pc:sldChg chg="modSp">
        <pc:chgData name="NITIN MAULEKHI" userId="67943ef2cc665a3a" providerId="Windows Live" clId="Web-{BAAD9B5B-1F78-40D6-BFC4-7A7069144500}" dt="2022-12-20T07:41:00.836" v="103" actId="14100"/>
        <pc:sldMkLst>
          <pc:docMk/>
          <pc:sldMk cId="140961294" sldId="271"/>
        </pc:sldMkLst>
        <pc:spChg chg="mod">
          <ac:chgData name="NITIN MAULEKHI" userId="67943ef2cc665a3a" providerId="Windows Live" clId="Web-{BAAD9B5B-1F78-40D6-BFC4-7A7069144500}" dt="2022-12-20T07:41:00.836" v="103" actId="14100"/>
          <ac:spMkLst>
            <pc:docMk/>
            <pc:sldMk cId="140961294" sldId="271"/>
            <ac:spMk id="9" creationId="{612A2FDC-F47C-108F-4DD3-3D08E6DA790F}"/>
          </ac:spMkLst>
        </pc:spChg>
        <pc:picChg chg="mod">
          <ac:chgData name="NITIN MAULEKHI" userId="67943ef2cc665a3a" providerId="Windows Live" clId="Web-{BAAD9B5B-1F78-40D6-BFC4-7A7069144500}" dt="2022-12-20T07:40:49.086" v="100" actId="1076"/>
          <ac:picMkLst>
            <pc:docMk/>
            <pc:sldMk cId="140961294" sldId="271"/>
            <ac:picMk id="6" creationId="{8ABA6419-2BB1-C61C-BA2A-09E44BBDC5FC}"/>
          </ac:picMkLst>
        </pc:picChg>
      </pc:sldChg>
      <pc:sldChg chg="modSp">
        <pc:chgData name="NITIN MAULEKHI" userId="67943ef2cc665a3a" providerId="Windows Live" clId="Web-{BAAD9B5B-1F78-40D6-BFC4-7A7069144500}" dt="2022-12-20T07:37:26.612" v="63" actId="14100"/>
        <pc:sldMkLst>
          <pc:docMk/>
          <pc:sldMk cId="2701245604" sldId="274"/>
        </pc:sldMkLst>
        <pc:spChg chg="mod">
          <ac:chgData name="NITIN MAULEKHI" userId="67943ef2cc665a3a" providerId="Windows Live" clId="Web-{BAAD9B5B-1F78-40D6-BFC4-7A7069144500}" dt="2022-12-20T07:37:26.612" v="63" actId="14100"/>
          <ac:spMkLst>
            <pc:docMk/>
            <pc:sldMk cId="2701245604" sldId="274"/>
            <ac:spMk id="4" creationId="{89E03D00-3C0B-EFB0-3F5D-A63F45E2EB48}"/>
          </ac:spMkLst>
        </pc:spChg>
        <pc:picChg chg="mod">
          <ac:chgData name="NITIN MAULEKHI" userId="67943ef2cc665a3a" providerId="Windows Live" clId="Web-{BAAD9B5B-1F78-40D6-BFC4-7A7069144500}" dt="2022-12-20T07:36:35.766" v="53" actId="1076"/>
          <ac:picMkLst>
            <pc:docMk/>
            <pc:sldMk cId="2701245604" sldId="274"/>
            <ac:picMk id="2" creationId="{37696E44-E92E-DA55-3997-E6582A4F43BC}"/>
          </ac:picMkLst>
        </pc:picChg>
      </pc:sldChg>
      <pc:sldChg chg="modSp">
        <pc:chgData name="NITIN MAULEKHI" userId="67943ef2cc665a3a" providerId="Windows Live" clId="Web-{BAAD9B5B-1F78-40D6-BFC4-7A7069144500}" dt="2022-12-20T07:38:41.301" v="79" actId="20577"/>
        <pc:sldMkLst>
          <pc:docMk/>
          <pc:sldMk cId="1023378873" sldId="275"/>
        </pc:sldMkLst>
        <pc:spChg chg="mod">
          <ac:chgData name="NITIN MAULEKHI" userId="67943ef2cc665a3a" providerId="Windows Live" clId="Web-{BAAD9B5B-1F78-40D6-BFC4-7A7069144500}" dt="2022-12-20T07:38:41.301" v="79" actId="20577"/>
          <ac:spMkLst>
            <pc:docMk/>
            <pc:sldMk cId="1023378873" sldId="275"/>
            <ac:spMk id="4" creationId="{8E611621-0430-C4D8-206C-F853E91377D1}"/>
          </ac:spMkLst>
        </pc:spChg>
      </pc:sldChg>
      <pc:sldChg chg="modSp">
        <pc:chgData name="NITIN MAULEKHI" userId="67943ef2cc665a3a" providerId="Windows Live" clId="Web-{BAAD9B5B-1F78-40D6-BFC4-7A7069144500}" dt="2022-12-20T07:37:40.643" v="66" actId="14100"/>
        <pc:sldMkLst>
          <pc:docMk/>
          <pc:sldMk cId="2588497339" sldId="276"/>
        </pc:sldMkLst>
        <pc:spChg chg="mod">
          <ac:chgData name="NITIN MAULEKHI" userId="67943ef2cc665a3a" providerId="Windows Live" clId="Web-{BAAD9B5B-1F78-40D6-BFC4-7A7069144500}" dt="2022-12-20T07:37:40.643" v="66" actId="14100"/>
          <ac:spMkLst>
            <pc:docMk/>
            <pc:sldMk cId="2588497339" sldId="276"/>
            <ac:spMk id="8" creationId="{28B3D988-C6F4-E00C-00C2-C213AB325613}"/>
          </ac:spMkLst>
        </pc:spChg>
        <pc:picChg chg="mod">
          <ac:chgData name="NITIN MAULEKHI" userId="67943ef2cc665a3a" providerId="Windows Live" clId="Web-{BAAD9B5B-1F78-40D6-BFC4-7A7069144500}" dt="2022-12-20T07:37:33.846" v="64" actId="1076"/>
          <ac:picMkLst>
            <pc:docMk/>
            <pc:sldMk cId="2588497339" sldId="276"/>
            <ac:picMk id="6" creationId="{737D5153-6DC9-4676-1C3E-FAB683723B67}"/>
          </ac:picMkLst>
        </pc:picChg>
      </pc:sldChg>
      <pc:sldChg chg="modSp">
        <pc:chgData name="NITIN MAULEKHI" userId="67943ef2cc665a3a" providerId="Windows Live" clId="Web-{BAAD9B5B-1F78-40D6-BFC4-7A7069144500}" dt="2022-12-20T07:37:56.050" v="69" actId="1076"/>
        <pc:sldMkLst>
          <pc:docMk/>
          <pc:sldMk cId="3828384774" sldId="277"/>
        </pc:sldMkLst>
        <pc:spChg chg="mod">
          <ac:chgData name="NITIN MAULEKHI" userId="67943ef2cc665a3a" providerId="Windows Live" clId="Web-{BAAD9B5B-1F78-40D6-BFC4-7A7069144500}" dt="2022-12-20T07:37:56.050" v="69" actId="1076"/>
          <ac:spMkLst>
            <pc:docMk/>
            <pc:sldMk cId="3828384774" sldId="277"/>
            <ac:spMk id="8" creationId="{CE9DF8CE-5648-47F8-1FCB-47280F42ECC1}"/>
          </ac:spMkLst>
        </pc:spChg>
        <pc:picChg chg="mod">
          <ac:chgData name="NITIN MAULEKHI" userId="67943ef2cc665a3a" providerId="Windows Live" clId="Web-{BAAD9B5B-1F78-40D6-BFC4-7A7069144500}" dt="2022-12-20T07:37:50.472" v="68" actId="1076"/>
          <ac:picMkLst>
            <pc:docMk/>
            <pc:sldMk cId="3828384774" sldId="277"/>
            <ac:picMk id="6" creationId="{2E48EDEA-0EB7-7D40-D08A-454E89872137}"/>
          </ac:picMkLst>
        </pc:picChg>
      </pc:sldChg>
      <pc:sldChg chg="modSp">
        <pc:chgData name="NITIN MAULEKHI" userId="67943ef2cc665a3a" providerId="Windows Live" clId="Web-{BAAD9B5B-1F78-40D6-BFC4-7A7069144500}" dt="2022-12-20T07:38:06.269" v="72" actId="14100"/>
        <pc:sldMkLst>
          <pc:docMk/>
          <pc:sldMk cId="3120984429" sldId="278"/>
        </pc:sldMkLst>
        <pc:spChg chg="mod">
          <ac:chgData name="NITIN MAULEKHI" userId="67943ef2cc665a3a" providerId="Windows Live" clId="Web-{BAAD9B5B-1F78-40D6-BFC4-7A7069144500}" dt="2022-12-20T07:38:06.269" v="72" actId="14100"/>
          <ac:spMkLst>
            <pc:docMk/>
            <pc:sldMk cId="3120984429" sldId="278"/>
            <ac:spMk id="10" creationId="{319B5F77-85D2-4A5C-70CA-D5ED1455411A}"/>
          </ac:spMkLst>
        </pc:spChg>
        <pc:picChg chg="mod">
          <ac:chgData name="NITIN MAULEKHI" userId="67943ef2cc665a3a" providerId="Windows Live" clId="Web-{BAAD9B5B-1F78-40D6-BFC4-7A7069144500}" dt="2022-12-20T07:38:01.675" v="70" actId="1076"/>
          <ac:picMkLst>
            <pc:docMk/>
            <pc:sldMk cId="3120984429" sldId="278"/>
            <ac:picMk id="9" creationId="{A78E62E2-A320-532A-FFD8-908DEC77FB6B}"/>
          </ac:picMkLst>
        </pc:picChg>
      </pc:sldChg>
    </pc:docChg>
  </pc:docChgLst>
  <pc:docChgLst>
    <pc:chgData name="NITIN MAULEKHI" userId="67943ef2cc665a3a" providerId="Windows Live" clId="Web-{22640206-C506-4E1E-B901-B166FA7BC76F}"/>
    <pc:docChg chg="modSld">
      <pc:chgData name="NITIN MAULEKHI" userId="67943ef2cc665a3a" providerId="Windows Live" clId="Web-{22640206-C506-4E1E-B901-B166FA7BC76F}" dt="2022-12-26T10:19:04.079" v="28" actId="1076"/>
      <pc:docMkLst>
        <pc:docMk/>
      </pc:docMkLst>
      <pc:sldChg chg="modSp">
        <pc:chgData name="NITIN MAULEKHI" userId="67943ef2cc665a3a" providerId="Windows Live" clId="Web-{22640206-C506-4E1E-B901-B166FA7BC76F}" dt="2022-12-26T10:13:00.462" v="0" actId="1076"/>
        <pc:sldMkLst>
          <pc:docMk/>
          <pc:sldMk cId="799795898" sldId="258"/>
        </pc:sldMkLst>
        <pc:spChg chg="mod">
          <ac:chgData name="NITIN MAULEKHI" userId="67943ef2cc665a3a" providerId="Windows Live" clId="Web-{22640206-C506-4E1E-B901-B166FA7BC76F}" dt="2022-12-26T10:13:00.462" v="0" actId="1076"/>
          <ac:spMkLst>
            <pc:docMk/>
            <pc:sldMk cId="799795898" sldId="258"/>
            <ac:spMk id="6" creationId="{2D1F72A0-4166-6661-45F7-9F7A5B3895D0}"/>
          </ac:spMkLst>
        </pc:spChg>
      </pc:sldChg>
      <pc:sldChg chg="modSp">
        <pc:chgData name="NITIN MAULEKHI" userId="67943ef2cc665a3a" providerId="Windows Live" clId="Web-{22640206-C506-4E1E-B901-B166FA7BC76F}" dt="2022-12-26T10:13:26.400" v="3"/>
        <pc:sldMkLst>
          <pc:docMk/>
          <pc:sldMk cId="3774572985" sldId="259"/>
        </pc:sldMkLst>
        <pc:spChg chg="mod">
          <ac:chgData name="NITIN MAULEKHI" userId="67943ef2cc665a3a" providerId="Windows Live" clId="Web-{22640206-C506-4E1E-B901-B166FA7BC76F}" dt="2022-12-26T10:13:26.400" v="3"/>
          <ac:spMkLst>
            <pc:docMk/>
            <pc:sldMk cId="3774572985" sldId="259"/>
            <ac:spMk id="7" creationId="{03C55E4E-814B-2D9A-2A8D-50C3EA57E34A}"/>
          </ac:spMkLst>
        </pc:spChg>
      </pc:sldChg>
      <pc:sldChg chg="modSp">
        <pc:chgData name="NITIN MAULEKHI" userId="67943ef2cc665a3a" providerId="Windows Live" clId="Web-{22640206-C506-4E1E-B901-B166FA7BC76F}" dt="2022-12-26T10:14:24.448" v="10" actId="14100"/>
        <pc:sldMkLst>
          <pc:docMk/>
          <pc:sldMk cId="3596277383" sldId="260"/>
        </pc:sldMkLst>
        <pc:spChg chg="mod">
          <ac:chgData name="NITIN MAULEKHI" userId="67943ef2cc665a3a" providerId="Windows Live" clId="Web-{22640206-C506-4E1E-B901-B166FA7BC76F}" dt="2022-12-26T10:14:24.448" v="10" actId="14100"/>
          <ac:spMkLst>
            <pc:docMk/>
            <pc:sldMk cId="3596277383" sldId="260"/>
            <ac:spMk id="7" creationId="{45E81C4E-9D10-4760-C9EA-65B1C2199A7D}"/>
          </ac:spMkLst>
        </pc:spChg>
      </pc:sldChg>
      <pc:sldChg chg="modSp">
        <pc:chgData name="NITIN MAULEKHI" userId="67943ef2cc665a3a" providerId="Windows Live" clId="Web-{22640206-C506-4E1E-B901-B166FA7BC76F}" dt="2022-12-26T10:14:15.042" v="8" actId="1076"/>
        <pc:sldMkLst>
          <pc:docMk/>
          <pc:sldMk cId="1317039233" sldId="261"/>
        </pc:sldMkLst>
        <pc:spChg chg="mod">
          <ac:chgData name="NITIN MAULEKHI" userId="67943ef2cc665a3a" providerId="Windows Live" clId="Web-{22640206-C506-4E1E-B901-B166FA7BC76F}" dt="2022-12-26T10:14:08.370" v="7" actId="1076"/>
          <ac:spMkLst>
            <pc:docMk/>
            <pc:sldMk cId="1317039233" sldId="261"/>
            <ac:spMk id="7" creationId="{084A1A12-9CF9-D274-805E-D26930E2DF3E}"/>
          </ac:spMkLst>
        </pc:spChg>
        <pc:spChg chg="mod">
          <ac:chgData name="NITIN MAULEKHI" userId="67943ef2cc665a3a" providerId="Windows Live" clId="Web-{22640206-C506-4E1E-B901-B166FA7BC76F}" dt="2022-12-26T10:14:15.042" v="8" actId="1076"/>
          <ac:spMkLst>
            <pc:docMk/>
            <pc:sldMk cId="1317039233" sldId="261"/>
            <ac:spMk id="8" creationId="{3D5DCCCD-EF08-08E2-B711-B3CAF851C11B}"/>
          </ac:spMkLst>
        </pc:spChg>
        <pc:picChg chg="mod">
          <ac:chgData name="NITIN MAULEKHI" userId="67943ef2cc665a3a" providerId="Windows Live" clId="Web-{22640206-C506-4E1E-B901-B166FA7BC76F}" dt="2022-12-26T10:13:56.838" v="6" actId="1076"/>
          <ac:picMkLst>
            <pc:docMk/>
            <pc:sldMk cId="1317039233" sldId="261"/>
            <ac:picMk id="4" creationId="{CF4D7265-B440-DEA2-343F-7B33AFBCBB9C}"/>
          </ac:picMkLst>
        </pc:picChg>
      </pc:sldChg>
      <pc:sldChg chg="modSp">
        <pc:chgData name="NITIN MAULEKHI" userId="67943ef2cc665a3a" providerId="Windows Live" clId="Web-{22640206-C506-4E1E-B901-B166FA7BC76F}" dt="2022-12-26T10:15:00.824" v="13" actId="14100"/>
        <pc:sldMkLst>
          <pc:docMk/>
          <pc:sldMk cId="2159355850" sldId="263"/>
        </pc:sldMkLst>
        <pc:spChg chg="mod">
          <ac:chgData name="NITIN MAULEKHI" userId="67943ef2cc665a3a" providerId="Windows Live" clId="Web-{22640206-C506-4E1E-B901-B166FA7BC76F}" dt="2022-12-26T10:14:55.089" v="12" actId="1076"/>
          <ac:spMkLst>
            <pc:docMk/>
            <pc:sldMk cId="2159355850" sldId="263"/>
            <ac:spMk id="2" creationId="{E7A7C532-FCED-B451-62B8-F5B6D32B005C}"/>
          </ac:spMkLst>
        </pc:spChg>
        <pc:spChg chg="mod">
          <ac:chgData name="NITIN MAULEKHI" userId="67943ef2cc665a3a" providerId="Windows Live" clId="Web-{22640206-C506-4E1E-B901-B166FA7BC76F}" dt="2022-12-26T10:15:00.824" v="13" actId="14100"/>
          <ac:spMkLst>
            <pc:docMk/>
            <pc:sldMk cId="2159355850" sldId="263"/>
            <ac:spMk id="5" creationId="{C0E66F80-1F7B-7394-857F-84E6E9DF1BCA}"/>
          </ac:spMkLst>
        </pc:spChg>
      </pc:sldChg>
      <pc:sldChg chg="modSp">
        <pc:chgData name="NITIN MAULEKHI" userId="67943ef2cc665a3a" providerId="Windows Live" clId="Web-{22640206-C506-4E1E-B901-B166FA7BC76F}" dt="2022-12-26T10:15:19.184" v="15" actId="14100"/>
        <pc:sldMkLst>
          <pc:docMk/>
          <pc:sldMk cId="2985754146" sldId="264"/>
        </pc:sldMkLst>
        <pc:spChg chg="mod">
          <ac:chgData name="NITIN MAULEKHI" userId="67943ef2cc665a3a" providerId="Windows Live" clId="Web-{22640206-C506-4E1E-B901-B166FA7BC76F}" dt="2022-12-26T10:15:19.184" v="15" actId="14100"/>
          <ac:spMkLst>
            <pc:docMk/>
            <pc:sldMk cId="2985754146" sldId="264"/>
            <ac:spMk id="7" creationId="{AEE59A80-0577-46A2-D0BD-CCF32EA4B7E3}"/>
          </ac:spMkLst>
        </pc:spChg>
      </pc:sldChg>
      <pc:sldChg chg="modSp">
        <pc:chgData name="NITIN MAULEKHI" userId="67943ef2cc665a3a" providerId="Windows Live" clId="Web-{22640206-C506-4E1E-B901-B166FA7BC76F}" dt="2022-12-26T10:16:27.904" v="23" actId="1076"/>
        <pc:sldMkLst>
          <pc:docMk/>
          <pc:sldMk cId="2514573730" sldId="266"/>
        </pc:sldMkLst>
        <pc:spChg chg="mod">
          <ac:chgData name="NITIN MAULEKHI" userId="67943ef2cc665a3a" providerId="Windows Live" clId="Web-{22640206-C506-4E1E-B901-B166FA7BC76F}" dt="2022-12-26T10:16:27.904" v="23" actId="1076"/>
          <ac:spMkLst>
            <pc:docMk/>
            <pc:sldMk cId="2514573730" sldId="266"/>
            <ac:spMk id="11" creationId="{E1ADF637-7F05-DAF4-7B8E-5FCC1BF461EE}"/>
          </ac:spMkLst>
        </pc:spChg>
        <pc:spChg chg="mod">
          <ac:chgData name="NITIN MAULEKHI" userId="67943ef2cc665a3a" providerId="Windows Live" clId="Web-{22640206-C506-4E1E-B901-B166FA7BC76F}" dt="2022-12-26T10:16:20.529" v="21" actId="1076"/>
          <ac:spMkLst>
            <pc:docMk/>
            <pc:sldMk cId="2514573730" sldId="266"/>
            <ac:spMk id="12" creationId="{05C0EE0F-57B0-14B4-D72F-C5FA2DBA6578}"/>
          </ac:spMkLst>
        </pc:spChg>
        <pc:spChg chg="mod">
          <ac:chgData name="NITIN MAULEKHI" userId="67943ef2cc665a3a" providerId="Windows Live" clId="Web-{22640206-C506-4E1E-B901-B166FA7BC76F}" dt="2022-12-26T10:16:22.951" v="22" actId="1076"/>
          <ac:spMkLst>
            <pc:docMk/>
            <pc:sldMk cId="2514573730" sldId="266"/>
            <ac:spMk id="14" creationId="{8F09B96F-F61A-A062-94F4-FBF04EE6BA1A}"/>
          </ac:spMkLst>
        </pc:spChg>
      </pc:sldChg>
      <pc:sldChg chg="modSp">
        <pc:chgData name="NITIN MAULEKHI" userId="67943ef2cc665a3a" providerId="Windows Live" clId="Web-{22640206-C506-4E1E-B901-B166FA7BC76F}" dt="2022-12-26T10:18:41.922" v="26" actId="14100"/>
        <pc:sldMkLst>
          <pc:docMk/>
          <pc:sldMk cId="1832412502" sldId="268"/>
        </pc:sldMkLst>
        <pc:spChg chg="mod">
          <ac:chgData name="NITIN MAULEKHI" userId="67943ef2cc665a3a" providerId="Windows Live" clId="Web-{22640206-C506-4E1E-B901-B166FA7BC76F}" dt="2022-12-26T10:18:22.234" v="24" actId="1076"/>
          <ac:spMkLst>
            <pc:docMk/>
            <pc:sldMk cId="1832412502" sldId="268"/>
            <ac:spMk id="6" creationId="{59112F24-5FA6-1EC2-1A24-28F9E64B82BF}"/>
          </ac:spMkLst>
        </pc:spChg>
        <pc:spChg chg="mod">
          <ac:chgData name="NITIN MAULEKHI" userId="67943ef2cc665a3a" providerId="Windows Live" clId="Web-{22640206-C506-4E1E-B901-B166FA7BC76F}" dt="2022-12-26T10:18:41.922" v="26" actId="14100"/>
          <ac:spMkLst>
            <pc:docMk/>
            <pc:sldMk cId="1832412502" sldId="268"/>
            <ac:spMk id="7" creationId="{851E145B-7A96-9631-FE4F-3BC87C4615F7}"/>
          </ac:spMkLst>
        </pc:spChg>
      </pc:sldChg>
      <pc:sldChg chg="modSp">
        <pc:chgData name="NITIN MAULEKHI" userId="67943ef2cc665a3a" providerId="Windows Live" clId="Web-{22640206-C506-4E1E-B901-B166FA7BC76F}" dt="2022-12-26T10:18:50.500" v="27" actId="1076"/>
        <pc:sldMkLst>
          <pc:docMk/>
          <pc:sldMk cId="1465063046" sldId="269"/>
        </pc:sldMkLst>
        <pc:spChg chg="mod">
          <ac:chgData name="NITIN MAULEKHI" userId="67943ef2cc665a3a" providerId="Windows Live" clId="Web-{22640206-C506-4E1E-B901-B166FA7BC76F}" dt="2022-12-26T10:18:50.500" v="27" actId="1076"/>
          <ac:spMkLst>
            <pc:docMk/>
            <pc:sldMk cId="1465063046" sldId="269"/>
            <ac:spMk id="6" creationId="{54D1A2B8-4A55-212C-A292-9021DCAF2D31}"/>
          </ac:spMkLst>
        </pc:spChg>
      </pc:sldChg>
      <pc:sldChg chg="modSp">
        <pc:chgData name="NITIN MAULEKHI" userId="67943ef2cc665a3a" providerId="Windows Live" clId="Web-{22640206-C506-4E1E-B901-B166FA7BC76F}" dt="2022-12-26T10:19:04.079" v="28" actId="1076"/>
        <pc:sldMkLst>
          <pc:docMk/>
          <pc:sldMk cId="140961294" sldId="271"/>
        </pc:sldMkLst>
        <pc:spChg chg="mod">
          <ac:chgData name="NITIN MAULEKHI" userId="67943ef2cc665a3a" providerId="Windows Live" clId="Web-{22640206-C506-4E1E-B901-B166FA7BC76F}" dt="2022-12-26T10:19:04.079" v="28" actId="1076"/>
          <ac:spMkLst>
            <pc:docMk/>
            <pc:sldMk cId="140961294" sldId="271"/>
            <ac:spMk id="7" creationId="{A342D4EB-96A7-1546-223C-48C10A3426BD}"/>
          </ac:spMkLst>
        </pc:spChg>
      </pc:sldChg>
      <pc:sldChg chg="modSp">
        <pc:chgData name="NITIN MAULEKHI" userId="67943ef2cc665a3a" providerId="Windows Live" clId="Web-{22640206-C506-4E1E-B901-B166FA7BC76F}" dt="2022-12-26T10:15:33.262" v="16" actId="1076"/>
        <pc:sldMkLst>
          <pc:docMk/>
          <pc:sldMk cId="2701245604" sldId="274"/>
        </pc:sldMkLst>
        <pc:spChg chg="mod">
          <ac:chgData name="NITIN MAULEKHI" userId="67943ef2cc665a3a" providerId="Windows Live" clId="Web-{22640206-C506-4E1E-B901-B166FA7BC76F}" dt="2022-12-26T10:15:33.262" v="16" actId="1076"/>
          <ac:spMkLst>
            <pc:docMk/>
            <pc:sldMk cId="2701245604" sldId="274"/>
            <ac:spMk id="3" creationId="{F8FF9EE1-1180-C98E-7EDE-008D34562BFF}"/>
          </ac:spMkLst>
        </pc:spChg>
      </pc:sldChg>
      <pc:sldChg chg="modSp">
        <pc:chgData name="NITIN MAULEKHI" userId="67943ef2cc665a3a" providerId="Windows Live" clId="Web-{22640206-C506-4E1E-B901-B166FA7BC76F}" dt="2022-12-26T10:16:10.794" v="20" actId="1076"/>
        <pc:sldMkLst>
          <pc:docMk/>
          <pc:sldMk cId="1023378873" sldId="275"/>
        </pc:sldMkLst>
        <pc:spChg chg="mod">
          <ac:chgData name="NITIN MAULEKHI" userId="67943ef2cc665a3a" providerId="Windows Live" clId="Web-{22640206-C506-4E1E-B901-B166FA7BC76F}" dt="2022-12-26T10:16:10.794" v="20" actId="1076"/>
          <ac:spMkLst>
            <pc:docMk/>
            <pc:sldMk cId="1023378873" sldId="275"/>
            <ac:spMk id="6" creationId="{6E54CC04-35DC-5D0C-C032-A9B152D7F062}"/>
          </ac:spMkLst>
        </pc:spChg>
      </pc:sldChg>
      <pc:sldChg chg="modSp">
        <pc:chgData name="NITIN MAULEKHI" userId="67943ef2cc665a3a" providerId="Windows Live" clId="Web-{22640206-C506-4E1E-B901-B166FA7BC76F}" dt="2022-12-26T10:15:51.137" v="19" actId="1076"/>
        <pc:sldMkLst>
          <pc:docMk/>
          <pc:sldMk cId="3828384774" sldId="277"/>
        </pc:sldMkLst>
        <pc:spChg chg="mod">
          <ac:chgData name="NITIN MAULEKHI" userId="67943ef2cc665a3a" providerId="Windows Live" clId="Web-{22640206-C506-4E1E-B901-B166FA7BC76F}" dt="2022-12-26T10:15:51.137" v="19" actId="1076"/>
          <ac:spMkLst>
            <pc:docMk/>
            <pc:sldMk cId="3828384774" sldId="277"/>
            <ac:spMk id="9" creationId="{6CB8657F-0EBB-AAF7-237B-2DCF3EF7C24D}"/>
          </ac:spMkLst>
        </pc:spChg>
        <pc:spChg chg="mod">
          <ac:chgData name="NITIN MAULEKHI" userId="67943ef2cc665a3a" providerId="Windows Live" clId="Web-{22640206-C506-4E1E-B901-B166FA7BC76F}" dt="2022-12-26T10:15:41.762" v="17" actId="1076"/>
          <ac:spMkLst>
            <pc:docMk/>
            <pc:sldMk cId="3828384774" sldId="277"/>
            <ac:spMk id="10" creationId="{F2368EB2-3942-8B7F-F879-91ACE2A603E8}"/>
          </ac:spMkLst>
        </pc:spChg>
      </pc:sldChg>
    </pc:docChg>
  </pc:docChgLst>
  <pc:docChgLst>
    <pc:chgData name="NITIN MAULEKHI" userId="67943ef2cc665a3a" providerId="Windows Live" clId="Web-{E00EF47F-D802-466B-BE2F-FF44229DB69A}"/>
    <pc:docChg chg="modSld">
      <pc:chgData name="NITIN MAULEKHI" userId="67943ef2cc665a3a" providerId="Windows Live" clId="Web-{E00EF47F-D802-466B-BE2F-FF44229DB69A}" dt="2022-12-20T07:42:34.829" v="4" actId="14100"/>
      <pc:docMkLst>
        <pc:docMk/>
      </pc:docMkLst>
      <pc:sldChg chg="modSp">
        <pc:chgData name="NITIN MAULEKHI" userId="67943ef2cc665a3a" providerId="Windows Live" clId="Web-{E00EF47F-D802-466B-BE2F-FF44229DB69A}" dt="2022-12-20T07:41:30.983" v="0"/>
        <pc:sldMkLst>
          <pc:docMk/>
          <pc:sldMk cId="109857222" sldId="256"/>
        </pc:sldMkLst>
        <pc:spChg chg="mod">
          <ac:chgData name="NITIN MAULEKHI" userId="67943ef2cc665a3a" providerId="Windows Live" clId="Web-{E00EF47F-D802-466B-BE2F-FF44229DB69A}" dt="2022-12-20T07:41:30.983" v="0"/>
          <ac:spMkLst>
            <pc:docMk/>
            <pc:sldMk cId="109857222" sldId="256"/>
            <ac:spMk id="10" creationId="{023C675D-10AD-D562-509E-B9213F3880F3}"/>
          </ac:spMkLst>
        </pc:spChg>
      </pc:sldChg>
      <pc:sldChg chg="modSp">
        <pc:chgData name="NITIN MAULEKHI" userId="67943ef2cc665a3a" providerId="Windows Live" clId="Web-{E00EF47F-D802-466B-BE2F-FF44229DB69A}" dt="2022-12-20T07:41:52.796" v="2" actId="14100"/>
        <pc:sldMkLst>
          <pc:docMk/>
          <pc:sldMk cId="602463425" sldId="265"/>
        </pc:sldMkLst>
        <pc:spChg chg="mod">
          <ac:chgData name="NITIN MAULEKHI" userId="67943ef2cc665a3a" providerId="Windows Live" clId="Web-{E00EF47F-D802-466B-BE2F-FF44229DB69A}" dt="2022-12-20T07:41:52.796" v="2" actId="14100"/>
          <ac:spMkLst>
            <pc:docMk/>
            <pc:sldMk cId="602463425" sldId="265"/>
            <ac:spMk id="3" creationId="{1AED147B-83C0-675B-DCEE-D0C0961F2205}"/>
          </ac:spMkLst>
        </pc:spChg>
      </pc:sldChg>
      <pc:sldChg chg="modSp">
        <pc:chgData name="NITIN MAULEKHI" userId="67943ef2cc665a3a" providerId="Windows Live" clId="Web-{E00EF47F-D802-466B-BE2F-FF44229DB69A}" dt="2022-12-20T07:42:21.141" v="3" actId="14100"/>
        <pc:sldMkLst>
          <pc:docMk/>
          <pc:sldMk cId="2379003576" sldId="267"/>
        </pc:sldMkLst>
        <pc:spChg chg="mod">
          <ac:chgData name="NITIN MAULEKHI" userId="67943ef2cc665a3a" providerId="Windows Live" clId="Web-{E00EF47F-D802-466B-BE2F-FF44229DB69A}" dt="2022-12-20T07:42:21.141" v="3" actId="14100"/>
          <ac:spMkLst>
            <pc:docMk/>
            <pc:sldMk cId="2379003576" sldId="267"/>
            <ac:spMk id="7" creationId="{7F11D2A1-5FA7-DB29-A0AD-454833B5C604}"/>
          </ac:spMkLst>
        </pc:spChg>
      </pc:sldChg>
      <pc:sldChg chg="modSp">
        <pc:chgData name="NITIN MAULEKHI" userId="67943ef2cc665a3a" providerId="Windows Live" clId="Web-{E00EF47F-D802-466B-BE2F-FF44229DB69A}" dt="2022-12-20T07:42:34.829" v="4" actId="14100"/>
        <pc:sldMkLst>
          <pc:docMk/>
          <pc:sldMk cId="1465063046" sldId="269"/>
        </pc:sldMkLst>
        <pc:spChg chg="mod">
          <ac:chgData name="NITIN MAULEKHI" userId="67943ef2cc665a3a" providerId="Windows Live" clId="Web-{E00EF47F-D802-466B-BE2F-FF44229DB69A}" dt="2022-12-20T07:42:34.829" v="4" actId="14100"/>
          <ac:spMkLst>
            <pc:docMk/>
            <pc:sldMk cId="1465063046" sldId="269"/>
            <ac:spMk id="4" creationId="{512DACEB-56D4-1BFE-80EC-13D872329F94}"/>
          </ac:spMkLst>
        </pc:spChg>
      </pc:sldChg>
    </pc:docChg>
  </pc:docChgLst>
  <pc:docChgLst>
    <pc:chgData name="NITIN MAULEKHI" userId="67943ef2cc665a3a" providerId="Windows Live" clId="Web-{5B4E532A-D329-419E-9E54-939BA6B455C1}"/>
    <pc:docChg chg="addSld modSld">
      <pc:chgData name="NITIN MAULEKHI" userId="67943ef2cc665a3a" providerId="Windows Live" clId="Web-{5B4E532A-D329-419E-9E54-939BA6B455C1}" dt="2023-02-10T10:50:12.352" v="519" actId="14100"/>
      <pc:docMkLst>
        <pc:docMk/>
      </pc:docMkLst>
      <pc:sldChg chg="addSp delSp modSp">
        <pc:chgData name="NITIN MAULEKHI" userId="67943ef2cc665a3a" providerId="Windows Live" clId="Web-{5B4E532A-D329-419E-9E54-939BA6B455C1}" dt="2023-02-10T07:49:53.697" v="145" actId="14100"/>
        <pc:sldMkLst>
          <pc:docMk/>
          <pc:sldMk cId="799795898" sldId="258"/>
        </pc:sldMkLst>
        <pc:spChg chg="add mod">
          <ac:chgData name="NITIN MAULEKHI" userId="67943ef2cc665a3a" providerId="Windows Live" clId="Web-{5B4E532A-D329-419E-9E54-939BA6B455C1}" dt="2023-02-10T07:49:50.525" v="144" actId="1076"/>
          <ac:spMkLst>
            <pc:docMk/>
            <pc:sldMk cId="799795898" sldId="258"/>
            <ac:spMk id="3" creationId="{8637B977-EC48-A1D1-F028-801B1BF9E545}"/>
          </ac:spMkLst>
        </pc:spChg>
        <pc:spChg chg="del mod">
          <ac:chgData name="NITIN MAULEKHI" userId="67943ef2cc665a3a" providerId="Windows Live" clId="Web-{5B4E532A-D329-419E-9E54-939BA6B455C1}" dt="2023-02-10T07:34:26.678" v="8"/>
          <ac:spMkLst>
            <pc:docMk/>
            <pc:sldMk cId="799795898" sldId="258"/>
            <ac:spMk id="6" creationId="{2D1F72A0-4166-6661-45F7-9F7A5B3895D0}"/>
          </ac:spMkLst>
        </pc:spChg>
        <pc:picChg chg="add mod">
          <ac:chgData name="NITIN MAULEKHI" userId="67943ef2cc665a3a" providerId="Windows Live" clId="Web-{5B4E532A-D329-419E-9E54-939BA6B455C1}" dt="2023-02-10T07:49:53.697" v="145" actId="14100"/>
          <ac:picMkLst>
            <pc:docMk/>
            <pc:sldMk cId="799795898" sldId="258"/>
            <ac:picMk id="2" creationId="{3325B956-8E30-A623-6F3E-E39BB47C615D}"/>
          </ac:picMkLst>
        </pc:picChg>
        <pc:picChg chg="del">
          <ac:chgData name="NITIN MAULEKHI" userId="67943ef2cc665a3a" providerId="Windows Live" clId="Web-{5B4E532A-D329-419E-9E54-939BA6B455C1}" dt="2023-02-10T07:33:35.864" v="0"/>
          <ac:picMkLst>
            <pc:docMk/>
            <pc:sldMk cId="799795898" sldId="258"/>
            <ac:picMk id="4" creationId="{21C73E56-CCA7-6520-03EF-3709CF692792}"/>
          </ac:picMkLst>
        </pc:picChg>
      </pc:sldChg>
      <pc:sldChg chg="addSp delSp modSp">
        <pc:chgData name="NITIN MAULEKHI" userId="67943ef2cc665a3a" providerId="Windows Live" clId="Web-{5B4E532A-D329-419E-9E54-939BA6B455C1}" dt="2023-02-10T07:50:23.667" v="149" actId="1076"/>
        <pc:sldMkLst>
          <pc:docMk/>
          <pc:sldMk cId="3774572985" sldId="259"/>
        </pc:sldMkLst>
        <pc:spChg chg="add mod">
          <ac:chgData name="NITIN MAULEKHI" userId="67943ef2cc665a3a" providerId="Windows Live" clId="Web-{5B4E532A-D329-419E-9E54-939BA6B455C1}" dt="2023-02-10T07:46:23.221" v="107" actId="20577"/>
          <ac:spMkLst>
            <pc:docMk/>
            <pc:sldMk cId="3774572985" sldId="259"/>
            <ac:spMk id="3" creationId="{D40F5AFE-2600-9543-7AC8-672C69E0C121}"/>
          </ac:spMkLst>
        </pc:spChg>
        <pc:spChg chg="add mod">
          <ac:chgData name="NITIN MAULEKHI" userId="67943ef2cc665a3a" providerId="Windows Live" clId="Web-{5B4E532A-D329-419E-9E54-939BA6B455C1}" dt="2023-02-10T07:50:20.417" v="148" actId="1076"/>
          <ac:spMkLst>
            <pc:docMk/>
            <pc:sldMk cId="3774572985" sldId="259"/>
            <ac:spMk id="5" creationId="{E7B59494-4389-A3E1-265D-45606DA75770}"/>
          </ac:spMkLst>
        </pc:spChg>
        <pc:spChg chg="del mod">
          <ac:chgData name="NITIN MAULEKHI" userId="67943ef2cc665a3a" providerId="Windows Live" clId="Web-{5B4E532A-D329-419E-9E54-939BA6B455C1}" dt="2023-02-10T07:36:06.995" v="26"/>
          <ac:spMkLst>
            <pc:docMk/>
            <pc:sldMk cId="3774572985" sldId="259"/>
            <ac:spMk id="6" creationId="{8AC747D5-62DA-0CD5-D2A0-418CEB8912E3}"/>
          </ac:spMkLst>
        </pc:spChg>
        <pc:spChg chg="del mod">
          <ac:chgData name="NITIN MAULEKHI" userId="67943ef2cc665a3a" providerId="Windows Live" clId="Web-{5B4E532A-D329-419E-9E54-939BA6B455C1}" dt="2023-02-10T07:36:14.401" v="29"/>
          <ac:spMkLst>
            <pc:docMk/>
            <pc:sldMk cId="3774572985" sldId="259"/>
            <ac:spMk id="7" creationId="{03C55E4E-814B-2D9A-2A8D-50C3EA57E34A}"/>
          </ac:spMkLst>
        </pc:spChg>
        <pc:spChg chg="del mod">
          <ac:chgData name="NITIN MAULEKHI" userId="67943ef2cc665a3a" providerId="Windows Live" clId="Web-{5B4E532A-D329-419E-9E54-939BA6B455C1}" dt="2023-02-10T07:37:02.122" v="35"/>
          <ac:spMkLst>
            <pc:docMk/>
            <pc:sldMk cId="3774572985" sldId="259"/>
            <ac:spMk id="8" creationId="{80778349-2D6F-5E03-6525-E47D876FCC3E}"/>
          </ac:spMkLst>
        </pc:spChg>
        <pc:spChg chg="add mod">
          <ac:chgData name="NITIN MAULEKHI" userId="67943ef2cc665a3a" providerId="Windows Live" clId="Web-{5B4E532A-D329-419E-9E54-939BA6B455C1}" dt="2023-02-10T07:50:23.667" v="149" actId="1076"/>
          <ac:spMkLst>
            <pc:docMk/>
            <pc:sldMk cId="3774572985" sldId="259"/>
            <ac:spMk id="9" creationId="{F52FF220-2A47-B6E0-59A6-6C0DE876141F}"/>
          </ac:spMkLst>
        </pc:spChg>
        <pc:picChg chg="add mod">
          <ac:chgData name="NITIN MAULEKHI" userId="67943ef2cc665a3a" providerId="Windows Live" clId="Web-{5B4E532A-D329-419E-9E54-939BA6B455C1}" dt="2023-02-10T07:50:13.526" v="147" actId="14100"/>
          <ac:picMkLst>
            <pc:docMk/>
            <pc:sldMk cId="3774572985" sldId="259"/>
            <ac:picMk id="2" creationId="{3917EAC3-CA14-1568-F2D4-62F7C83B5B6F}"/>
          </ac:picMkLst>
        </pc:picChg>
        <pc:picChg chg="add del">
          <ac:chgData name="NITIN MAULEKHI" userId="67943ef2cc665a3a" providerId="Windows Live" clId="Web-{5B4E532A-D329-419E-9E54-939BA6B455C1}" dt="2023-02-10T07:35:24.759" v="18"/>
          <ac:picMkLst>
            <pc:docMk/>
            <pc:sldMk cId="3774572985" sldId="259"/>
            <ac:picMk id="4" creationId="{7C3FB71E-BB8D-2E60-33D9-551F8BAF85F9}"/>
          </ac:picMkLst>
        </pc:picChg>
      </pc:sldChg>
      <pc:sldChg chg="addSp delSp modSp">
        <pc:chgData name="NITIN MAULEKHI" userId="67943ef2cc665a3a" providerId="Windows Live" clId="Web-{5B4E532A-D329-419E-9E54-939BA6B455C1}" dt="2023-02-10T07:50:38.543" v="150" actId="14100"/>
        <pc:sldMkLst>
          <pc:docMk/>
          <pc:sldMk cId="3596277383" sldId="260"/>
        </pc:sldMkLst>
        <pc:spChg chg="add mod">
          <ac:chgData name="NITIN MAULEKHI" userId="67943ef2cc665a3a" providerId="Windows Live" clId="Web-{5B4E532A-D329-419E-9E54-939BA6B455C1}" dt="2023-02-10T07:38:29.031" v="49" actId="1076"/>
          <ac:spMkLst>
            <pc:docMk/>
            <pc:sldMk cId="3596277383" sldId="260"/>
            <ac:spMk id="3" creationId="{99A10EDC-0099-E0A2-2D58-BCA9ED50D61C}"/>
          </ac:spMkLst>
        </pc:spChg>
        <pc:spChg chg="add mod">
          <ac:chgData name="NITIN MAULEKHI" userId="67943ef2cc665a3a" providerId="Windows Live" clId="Web-{5B4E532A-D329-419E-9E54-939BA6B455C1}" dt="2023-02-10T07:38:38.313" v="52" actId="1076"/>
          <ac:spMkLst>
            <pc:docMk/>
            <pc:sldMk cId="3596277383" sldId="260"/>
            <ac:spMk id="5" creationId="{CFAB6ED8-015E-7D95-E782-038DCC49F80B}"/>
          </ac:spMkLst>
        </pc:spChg>
        <pc:spChg chg="del mod">
          <ac:chgData name="NITIN MAULEKHI" userId="67943ef2cc665a3a" providerId="Windows Live" clId="Web-{5B4E532A-D329-419E-9E54-939BA6B455C1}" dt="2023-02-10T07:38:23.093" v="47"/>
          <ac:spMkLst>
            <pc:docMk/>
            <pc:sldMk cId="3596277383" sldId="260"/>
            <ac:spMk id="6" creationId="{F985EBBC-6273-3AF5-CE4D-2A045C2B9511}"/>
          </ac:spMkLst>
        </pc:spChg>
        <pc:spChg chg="del mod">
          <ac:chgData name="NITIN MAULEKHI" userId="67943ef2cc665a3a" providerId="Windows Live" clId="Web-{5B4E532A-D329-419E-9E54-939BA6B455C1}" dt="2023-02-10T07:38:31.234" v="50"/>
          <ac:spMkLst>
            <pc:docMk/>
            <pc:sldMk cId="3596277383" sldId="260"/>
            <ac:spMk id="7" creationId="{45E81C4E-9D10-4760-C9EA-65B1C2199A7D}"/>
          </ac:spMkLst>
        </pc:spChg>
        <pc:picChg chg="add mod">
          <ac:chgData name="NITIN MAULEKHI" userId="67943ef2cc665a3a" providerId="Windows Live" clId="Web-{5B4E532A-D329-419E-9E54-939BA6B455C1}" dt="2023-02-10T07:50:38.543" v="150" actId="14100"/>
          <ac:picMkLst>
            <pc:docMk/>
            <pc:sldMk cId="3596277383" sldId="260"/>
            <ac:picMk id="2" creationId="{43F1916C-CDF9-96B6-0A54-CA01375B65AC}"/>
          </ac:picMkLst>
        </pc:picChg>
        <pc:picChg chg="del">
          <ac:chgData name="NITIN MAULEKHI" userId="67943ef2cc665a3a" providerId="Windows Live" clId="Web-{5B4E532A-D329-419E-9E54-939BA6B455C1}" dt="2023-02-10T07:37:42.420" v="40"/>
          <ac:picMkLst>
            <pc:docMk/>
            <pc:sldMk cId="3596277383" sldId="260"/>
            <ac:picMk id="4" creationId="{7AAAED87-13E4-4E70-1E1E-29F446D865C2}"/>
          </ac:picMkLst>
        </pc:picChg>
      </pc:sldChg>
      <pc:sldChg chg="addSp delSp modSp">
        <pc:chgData name="NITIN MAULEKHI" userId="67943ef2cc665a3a" providerId="Windows Live" clId="Web-{5B4E532A-D329-419E-9E54-939BA6B455C1}" dt="2023-02-10T07:51:02.372" v="153" actId="14100"/>
        <pc:sldMkLst>
          <pc:docMk/>
          <pc:sldMk cId="1317039233" sldId="261"/>
        </pc:sldMkLst>
        <pc:spChg chg="add mod">
          <ac:chgData name="NITIN MAULEKHI" userId="67943ef2cc665a3a" providerId="Windows Live" clId="Web-{5B4E532A-D329-419E-9E54-939BA6B455C1}" dt="2023-02-10T07:46:30.893" v="115" actId="20577"/>
          <ac:spMkLst>
            <pc:docMk/>
            <pc:sldMk cId="1317039233" sldId="261"/>
            <ac:spMk id="3" creationId="{D667B30E-4AD0-1D90-BC5F-C532FF31E112}"/>
          </ac:spMkLst>
        </pc:spChg>
        <pc:spChg chg="add mod">
          <ac:chgData name="NITIN MAULEKHI" userId="67943ef2cc665a3a" providerId="Windows Live" clId="Web-{5B4E532A-D329-419E-9E54-939BA6B455C1}" dt="2023-02-10T07:43:33.714" v="94" actId="14100"/>
          <ac:spMkLst>
            <pc:docMk/>
            <pc:sldMk cId="1317039233" sldId="261"/>
            <ac:spMk id="5" creationId="{F21FE0F0-9429-9BD3-F664-2F52A60C189A}"/>
          </ac:spMkLst>
        </pc:spChg>
        <pc:spChg chg="del mod">
          <ac:chgData name="NITIN MAULEKHI" userId="67943ef2cc665a3a" providerId="Windows Live" clId="Web-{5B4E532A-D329-419E-9E54-939BA6B455C1}" dt="2023-02-10T07:41:39.976" v="73"/>
          <ac:spMkLst>
            <pc:docMk/>
            <pc:sldMk cId="1317039233" sldId="261"/>
            <ac:spMk id="6" creationId="{6CCDEF6D-316A-C0CF-FDC1-B125E2C0F64C}"/>
          </ac:spMkLst>
        </pc:spChg>
        <pc:spChg chg="del mod">
          <ac:chgData name="NITIN MAULEKHI" userId="67943ef2cc665a3a" providerId="Windows Live" clId="Web-{5B4E532A-D329-419E-9E54-939BA6B455C1}" dt="2023-02-10T07:41:51.429" v="76"/>
          <ac:spMkLst>
            <pc:docMk/>
            <pc:sldMk cId="1317039233" sldId="261"/>
            <ac:spMk id="7" creationId="{084A1A12-9CF9-D274-805E-D26930E2DF3E}"/>
          </ac:spMkLst>
        </pc:spChg>
        <pc:spChg chg="del mod">
          <ac:chgData name="NITIN MAULEKHI" userId="67943ef2cc665a3a" providerId="Windows Live" clId="Web-{5B4E532A-D329-419E-9E54-939BA6B455C1}" dt="2023-02-10T07:42:32.165" v="85"/>
          <ac:spMkLst>
            <pc:docMk/>
            <pc:sldMk cId="1317039233" sldId="261"/>
            <ac:spMk id="8" creationId="{3D5DCCCD-EF08-08E2-B711-B3CAF851C11B}"/>
          </ac:spMkLst>
        </pc:spChg>
        <pc:spChg chg="add mod">
          <ac:chgData name="NITIN MAULEKHI" userId="67943ef2cc665a3a" providerId="Windows Live" clId="Web-{5B4E532A-D329-419E-9E54-939BA6B455C1}" dt="2023-02-10T07:51:02.372" v="153" actId="14100"/>
          <ac:spMkLst>
            <pc:docMk/>
            <pc:sldMk cId="1317039233" sldId="261"/>
            <ac:spMk id="9" creationId="{8F14420F-A3FF-760B-6C64-D54066581CFA}"/>
          </ac:spMkLst>
        </pc:spChg>
        <pc:picChg chg="add mod">
          <ac:chgData name="NITIN MAULEKHI" userId="67943ef2cc665a3a" providerId="Windows Live" clId="Web-{5B4E532A-D329-419E-9E54-939BA6B455C1}" dt="2023-02-10T07:50:47.824" v="151" actId="14100"/>
          <ac:picMkLst>
            <pc:docMk/>
            <pc:sldMk cId="1317039233" sldId="261"/>
            <ac:picMk id="2" creationId="{0E2BC8BD-2CB5-ED06-5B48-AFB77B549012}"/>
          </ac:picMkLst>
        </pc:picChg>
        <pc:picChg chg="del">
          <ac:chgData name="NITIN MAULEKHI" userId="67943ef2cc665a3a" providerId="Windows Live" clId="Web-{5B4E532A-D329-419E-9E54-939BA6B455C1}" dt="2023-02-10T07:40:32.395" v="66"/>
          <ac:picMkLst>
            <pc:docMk/>
            <pc:sldMk cId="1317039233" sldId="261"/>
            <ac:picMk id="4" creationId="{CF4D7265-B440-DEA2-343F-7B33AFBCBB9C}"/>
          </ac:picMkLst>
        </pc:picChg>
      </pc:sldChg>
      <pc:sldChg chg="addSp delSp modSp">
        <pc:chgData name="NITIN MAULEKHI" userId="67943ef2cc665a3a" providerId="Windows Live" clId="Web-{5B4E532A-D329-419E-9E54-939BA6B455C1}" dt="2023-02-10T07:49:12.540" v="142" actId="1076"/>
        <pc:sldMkLst>
          <pc:docMk/>
          <pc:sldMk cId="2159355850" sldId="263"/>
        </pc:sldMkLst>
        <pc:spChg chg="del mod">
          <ac:chgData name="NITIN MAULEKHI" userId="67943ef2cc665a3a" providerId="Windows Live" clId="Web-{5B4E532A-D329-419E-9E54-939BA6B455C1}" dt="2023-02-10T07:48:19.053" v="130"/>
          <ac:spMkLst>
            <pc:docMk/>
            <pc:sldMk cId="2159355850" sldId="263"/>
            <ac:spMk id="2" creationId="{E7A7C532-FCED-B451-62B8-F5B6D32B005C}"/>
          </ac:spMkLst>
        </pc:spChg>
        <pc:spChg chg="del mod">
          <ac:chgData name="NITIN MAULEKHI" userId="67943ef2cc665a3a" providerId="Windows Live" clId="Web-{5B4E532A-D329-419E-9E54-939BA6B455C1}" dt="2023-02-10T07:48:34.413" v="133"/>
          <ac:spMkLst>
            <pc:docMk/>
            <pc:sldMk cId="2159355850" sldId="263"/>
            <ac:spMk id="5" creationId="{C0E66F80-1F7B-7394-857F-84E6E9DF1BCA}"/>
          </ac:spMkLst>
        </pc:spChg>
        <pc:spChg chg="add mod">
          <ac:chgData name="NITIN MAULEKHI" userId="67943ef2cc665a3a" providerId="Windows Live" clId="Web-{5B4E532A-D329-419E-9E54-939BA6B455C1}" dt="2023-02-10T07:48:17.069" v="129" actId="1076"/>
          <ac:spMkLst>
            <pc:docMk/>
            <pc:sldMk cId="2159355850" sldId="263"/>
            <ac:spMk id="6" creationId="{97878AE2-889C-5554-EF41-3B1DEB17AC9E}"/>
          </ac:spMkLst>
        </pc:spChg>
        <pc:spChg chg="del mod">
          <ac:chgData name="NITIN MAULEKHI" userId="67943ef2cc665a3a" providerId="Windows Live" clId="Web-{5B4E532A-D329-419E-9E54-939BA6B455C1}" dt="2023-02-10T07:48:11.756" v="127"/>
          <ac:spMkLst>
            <pc:docMk/>
            <pc:sldMk cId="2159355850" sldId="263"/>
            <ac:spMk id="7" creationId="{F5895BF7-20B0-5F94-6BF4-2F69CDDAD5F5}"/>
          </ac:spMkLst>
        </pc:spChg>
        <pc:spChg chg="add mod">
          <ac:chgData name="NITIN MAULEKHI" userId="67943ef2cc665a3a" providerId="Windows Live" clId="Web-{5B4E532A-D329-419E-9E54-939BA6B455C1}" dt="2023-02-10T07:48:52.789" v="139" actId="14100"/>
          <ac:spMkLst>
            <pc:docMk/>
            <pc:sldMk cId="2159355850" sldId="263"/>
            <ac:spMk id="8" creationId="{424F6BC2-1413-CEF1-34C3-6C6585093E08}"/>
          </ac:spMkLst>
        </pc:spChg>
        <pc:spChg chg="add mod">
          <ac:chgData name="NITIN MAULEKHI" userId="67943ef2cc665a3a" providerId="Windows Live" clId="Web-{5B4E532A-D329-419E-9E54-939BA6B455C1}" dt="2023-02-10T07:49:12.540" v="142" actId="1076"/>
          <ac:spMkLst>
            <pc:docMk/>
            <pc:sldMk cId="2159355850" sldId="263"/>
            <ac:spMk id="9" creationId="{F497299E-F5A6-FCD7-11DE-5564D4EFB693}"/>
          </ac:spMkLst>
        </pc:spChg>
        <pc:picChg chg="add mod">
          <ac:chgData name="NITIN MAULEKHI" userId="67943ef2cc665a3a" providerId="Windows Live" clId="Web-{5B4E532A-D329-419E-9E54-939BA6B455C1}" dt="2023-02-10T07:48:01.928" v="126" actId="14100"/>
          <ac:picMkLst>
            <pc:docMk/>
            <pc:sldMk cId="2159355850" sldId="263"/>
            <ac:picMk id="3" creationId="{493455C0-02DD-A56B-35F3-2EB2C7D12527}"/>
          </ac:picMkLst>
        </pc:picChg>
        <pc:picChg chg="del">
          <ac:chgData name="NITIN MAULEKHI" userId="67943ef2cc665a3a" providerId="Windows Live" clId="Web-{5B4E532A-D329-419E-9E54-939BA6B455C1}" dt="2023-02-10T07:47:27.520" v="119"/>
          <ac:picMkLst>
            <pc:docMk/>
            <pc:sldMk cId="2159355850" sldId="263"/>
            <ac:picMk id="4" creationId="{E01FD935-CC9F-A581-6A2B-C12E45087AC7}"/>
          </ac:picMkLst>
        </pc:picChg>
      </pc:sldChg>
      <pc:sldChg chg="addSp delSp modSp">
        <pc:chgData name="NITIN MAULEKHI" userId="67943ef2cc665a3a" providerId="Windows Live" clId="Web-{5B4E532A-D329-419E-9E54-939BA6B455C1}" dt="2023-02-10T08:13:48.564" v="193" actId="1076"/>
        <pc:sldMkLst>
          <pc:docMk/>
          <pc:sldMk cId="2985754146" sldId="264"/>
        </pc:sldMkLst>
        <pc:spChg chg="add mod">
          <ac:chgData name="NITIN MAULEKHI" userId="67943ef2cc665a3a" providerId="Windows Live" clId="Web-{5B4E532A-D329-419E-9E54-939BA6B455C1}" dt="2023-02-10T08:13:39.376" v="189" actId="1076"/>
          <ac:spMkLst>
            <pc:docMk/>
            <pc:sldMk cId="2985754146" sldId="264"/>
            <ac:spMk id="3" creationId="{2241FEBA-7BA4-68A6-B7C4-4B8259BA8EBC}"/>
          </ac:spMkLst>
        </pc:spChg>
        <pc:spChg chg="add mod">
          <ac:chgData name="NITIN MAULEKHI" userId="67943ef2cc665a3a" providerId="Windows Live" clId="Web-{5B4E532A-D329-419E-9E54-939BA6B455C1}" dt="2023-02-10T08:13:48.564" v="193" actId="1076"/>
          <ac:spMkLst>
            <pc:docMk/>
            <pc:sldMk cId="2985754146" sldId="264"/>
            <ac:spMk id="4" creationId="{5DBCE9BD-7626-2C14-6506-1AABAB955834}"/>
          </ac:spMkLst>
        </pc:spChg>
        <pc:spChg chg="del mod">
          <ac:chgData name="NITIN MAULEKHI" userId="67943ef2cc665a3a" providerId="Windows Live" clId="Web-{5B4E532A-D329-419E-9E54-939BA6B455C1}" dt="2023-02-10T08:13:35.282" v="187"/>
          <ac:spMkLst>
            <pc:docMk/>
            <pc:sldMk cId="2985754146" sldId="264"/>
            <ac:spMk id="7" creationId="{AEE59A80-0577-46A2-D0BD-CCF32EA4B7E3}"/>
          </ac:spMkLst>
        </pc:spChg>
        <pc:spChg chg="del mod">
          <ac:chgData name="NITIN MAULEKHI" userId="67943ef2cc665a3a" providerId="Windows Live" clId="Web-{5B4E532A-D329-419E-9E54-939BA6B455C1}" dt="2023-02-10T08:13:43.126" v="190"/>
          <ac:spMkLst>
            <pc:docMk/>
            <pc:sldMk cId="2985754146" sldId="264"/>
            <ac:spMk id="10" creationId="{7A79BAB1-09FD-33B3-A645-B87A500C652E}"/>
          </ac:spMkLst>
        </pc:spChg>
        <pc:picChg chg="add mod">
          <ac:chgData name="NITIN MAULEKHI" userId="67943ef2cc665a3a" providerId="Windows Live" clId="Web-{5B4E532A-D329-419E-9E54-939BA6B455C1}" dt="2023-02-10T08:13:30.032" v="186" actId="14100"/>
          <ac:picMkLst>
            <pc:docMk/>
            <pc:sldMk cId="2985754146" sldId="264"/>
            <ac:picMk id="2" creationId="{1DC093B8-541E-83E1-62E4-EC4E8145B1BF}"/>
          </ac:picMkLst>
        </pc:picChg>
        <pc:picChg chg="del">
          <ac:chgData name="NITIN MAULEKHI" userId="67943ef2cc665a3a" providerId="Windows Live" clId="Web-{5B4E532A-D329-419E-9E54-939BA6B455C1}" dt="2023-02-10T08:12:54.015" v="178"/>
          <ac:picMkLst>
            <pc:docMk/>
            <pc:sldMk cId="2985754146" sldId="264"/>
            <ac:picMk id="6" creationId="{82273C38-399E-1045-848F-FA4CC61B0424}"/>
          </ac:picMkLst>
        </pc:picChg>
      </pc:sldChg>
      <pc:sldChg chg="addSp delSp modSp">
        <pc:chgData name="NITIN MAULEKHI" userId="67943ef2cc665a3a" providerId="Windows Live" clId="Web-{5B4E532A-D329-419E-9E54-939BA6B455C1}" dt="2023-02-10T08:16:17.366" v="209" actId="14100"/>
        <pc:sldMkLst>
          <pc:docMk/>
          <pc:sldMk cId="602463425" sldId="265"/>
        </pc:sldMkLst>
        <pc:spChg chg="del mod">
          <ac:chgData name="NITIN MAULEKHI" userId="67943ef2cc665a3a" providerId="Windows Live" clId="Web-{5B4E532A-D329-419E-9E54-939BA6B455C1}" dt="2023-02-10T08:11:41.887" v="169"/>
          <ac:spMkLst>
            <pc:docMk/>
            <pc:sldMk cId="602463425" sldId="265"/>
            <ac:spMk id="3" creationId="{1AED147B-83C0-675B-DCEE-D0C0961F2205}"/>
          </ac:spMkLst>
        </pc:spChg>
        <pc:spChg chg="add del mod">
          <ac:chgData name="NITIN MAULEKHI" userId="67943ef2cc665a3a" providerId="Windows Live" clId="Web-{5B4E532A-D329-419E-9E54-939BA6B455C1}" dt="2023-02-10T08:15:53.897" v="205"/>
          <ac:spMkLst>
            <pc:docMk/>
            <pc:sldMk cId="602463425" sldId="265"/>
            <ac:spMk id="4" creationId="{797BD4E0-2676-04FF-951F-EBA26295371B}"/>
          </ac:spMkLst>
        </pc:spChg>
        <pc:spChg chg="add mod">
          <ac:chgData name="NITIN MAULEKHI" userId="67943ef2cc665a3a" providerId="Windows Live" clId="Web-{5B4E532A-D329-419E-9E54-939BA6B455C1}" dt="2023-02-10T08:16:17.366" v="209" actId="14100"/>
          <ac:spMkLst>
            <pc:docMk/>
            <pc:sldMk cId="602463425" sldId="265"/>
            <ac:spMk id="7" creationId="{D53E32B4-695A-4365-91B0-18DCFE2D1F3D}"/>
          </ac:spMkLst>
        </pc:spChg>
        <pc:picChg chg="add del mod">
          <ac:chgData name="NITIN MAULEKHI" userId="67943ef2cc665a3a" providerId="Windows Live" clId="Web-{5B4E532A-D329-419E-9E54-939BA6B455C1}" dt="2023-02-10T08:15:03.191" v="194"/>
          <ac:picMkLst>
            <pc:docMk/>
            <pc:sldMk cId="602463425" sldId="265"/>
            <ac:picMk id="2" creationId="{06866067-27D4-870E-5B67-F33D9F0192C2}"/>
          </ac:picMkLst>
        </pc:picChg>
        <pc:picChg chg="add mod">
          <ac:chgData name="NITIN MAULEKHI" userId="67943ef2cc665a3a" providerId="Windows Live" clId="Web-{5B4E532A-D329-419E-9E54-939BA6B455C1}" dt="2023-02-10T08:15:44.974" v="204" actId="14100"/>
          <ac:picMkLst>
            <pc:docMk/>
            <pc:sldMk cId="602463425" sldId="265"/>
            <ac:picMk id="5" creationId="{F21DBB69-4A93-B121-2720-252B6DC3E824}"/>
          </ac:picMkLst>
        </pc:picChg>
        <pc:picChg chg="add del">
          <ac:chgData name="NITIN MAULEKHI" userId="67943ef2cc665a3a" providerId="Windows Live" clId="Web-{5B4E532A-D329-419E-9E54-939BA6B455C1}" dt="2023-02-10T08:10:37.244" v="160"/>
          <ac:picMkLst>
            <pc:docMk/>
            <pc:sldMk cId="602463425" sldId="265"/>
            <ac:picMk id="6" creationId="{3E8D3E8D-4CFF-3FAD-7F54-67F7450253C0}"/>
          </ac:picMkLst>
        </pc:picChg>
      </pc:sldChg>
      <pc:sldChg chg="addSp delSp modSp">
        <pc:chgData name="NITIN MAULEKHI" userId="67943ef2cc665a3a" providerId="Windows Live" clId="Web-{5B4E532A-D329-419E-9E54-939BA6B455C1}" dt="2023-02-10T10:43:29.072" v="481" actId="1076"/>
        <pc:sldMkLst>
          <pc:docMk/>
          <pc:sldMk cId="2514573730" sldId="266"/>
        </pc:sldMkLst>
        <pc:spChg chg="add mod">
          <ac:chgData name="NITIN MAULEKHI" userId="67943ef2cc665a3a" providerId="Windows Live" clId="Web-{5B4E532A-D329-419E-9E54-939BA6B455C1}" dt="2023-02-10T10:42:53.867" v="470" actId="1076"/>
          <ac:spMkLst>
            <pc:docMk/>
            <pc:sldMk cId="2514573730" sldId="266"/>
            <ac:spMk id="3" creationId="{2639E926-AF09-5384-6CFD-25D3710F8A7F}"/>
          </ac:spMkLst>
        </pc:spChg>
        <pc:spChg chg="add mod">
          <ac:chgData name="NITIN MAULEKHI" userId="67943ef2cc665a3a" providerId="Windows Live" clId="Web-{5B4E532A-D329-419E-9E54-939BA6B455C1}" dt="2023-02-10T10:43:07.055" v="473" actId="1076"/>
          <ac:spMkLst>
            <pc:docMk/>
            <pc:sldMk cId="2514573730" sldId="266"/>
            <ac:spMk id="4" creationId="{BC5F5438-345D-8D91-B608-590EAF93D460}"/>
          </ac:spMkLst>
        </pc:spChg>
        <pc:spChg chg="add mod">
          <ac:chgData name="NITIN MAULEKHI" userId="67943ef2cc665a3a" providerId="Windows Live" clId="Web-{5B4E532A-D329-419E-9E54-939BA6B455C1}" dt="2023-02-10T10:43:12.962" v="476" actId="1076"/>
          <ac:spMkLst>
            <pc:docMk/>
            <pc:sldMk cId="2514573730" sldId="266"/>
            <ac:spMk id="5" creationId="{522214E9-1346-F91F-523B-30B0E0458F28}"/>
          </ac:spMkLst>
        </pc:spChg>
        <pc:spChg chg="add mod">
          <ac:chgData name="NITIN MAULEKHI" userId="67943ef2cc665a3a" providerId="Windows Live" clId="Web-{5B4E532A-D329-419E-9E54-939BA6B455C1}" dt="2023-02-10T10:43:29.072" v="481" actId="1076"/>
          <ac:spMkLst>
            <pc:docMk/>
            <pc:sldMk cId="2514573730" sldId="266"/>
            <ac:spMk id="6" creationId="{7B2ABD37-31AD-A298-A15E-3F0BB0E68DA1}"/>
          </ac:spMkLst>
        </pc:spChg>
        <pc:spChg chg="del mod">
          <ac:chgData name="NITIN MAULEKHI" userId="67943ef2cc665a3a" providerId="Windows Live" clId="Web-{5B4E532A-D329-419E-9E54-939BA6B455C1}" dt="2023-02-10T10:42:48.008" v="468"/>
          <ac:spMkLst>
            <pc:docMk/>
            <pc:sldMk cId="2514573730" sldId="266"/>
            <ac:spMk id="10" creationId="{D4446831-1391-25A4-8895-88BC8382B9A3}"/>
          </ac:spMkLst>
        </pc:spChg>
        <pc:spChg chg="del mod">
          <ac:chgData name="NITIN MAULEKHI" userId="67943ef2cc665a3a" providerId="Windows Live" clId="Web-{5B4E532A-D329-419E-9E54-939BA6B455C1}" dt="2023-02-10T10:43:18.821" v="477"/>
          <ac:spMkLst>
            <pc:docMk/>
            <pc:sldMk cId="2514573730" sldId="266"/>
            <ac:spMk id="11" creationId="{E1ADF637-7F05-DAF4-7B8E-5FCC1BF461EE}"/>
          </ac:spMkLst>
        </pc:spChg>
        <pc:spChg chg="del mod">
          <ac:chgData name="NITIN MAULEKHI" userId="67943ef2cc665a3a" providerId="Windows Live" clId="Web-{5B4E532A-D329-419E-9E54-939BA6B455C1}" dt="2023-02-10T10:42:58.414" v="471"/>
          <ac:spMkLst>
            <pc:docMk/>
            <pc:sldMk cId="2514573730" sldId="266"/>
            <ac:spMk id="12" creationId="{05C0EE0F-57B0-14B4-D72F-C5FA2DBA6578}"/>
          </ac:spMkLst>
        </pc:spChg>
        <pc:spChg chg="del mod">
          <ac:chgData name="NITIN MAULEKHI" userId="67943ef2cc665a3a" providerId="Windows Live" clId="Web-{5B4E532A-D329-419E-9E54-939BA6B455C1}" dt="2023-02-10T10:43:09.712" v="474"/>
          <ac:spMkLst>
            <pc:docMk/>
            <pc:sldMk cId="2514573730" sldId="266"/>
            <ac:spMk id="14" creationId="{8F09B96F-F61A-A062-94F4-FBF04EE6BA1A}"/>
          </ac:spMkLst>
        </pc:spChg>
        <pc:picChg chg="add mod">
          <ac:chgData name="NITIN MAULEKHI" userId="67943ef2cc665a3a" providerId="Windows Live" clId="Web-{5B4E532A-D329-419E-9E54-939BA6B455C1}" dt="2023-02-10T10:42:41.039" v="467" actId="14100"/>
          <ac:picMkLst>
            <pc:docMk/>
            <pc:sldMk cId="2514573730" sldId="266"/>
            <ac:picMk id="2" creationId="{4EAEA2D9-01AE-0537-6DDE-3A54D50FC73D}"/>
          </ac:picMkLst>
        </pc:picChg>
        <pc:picChg chg="add del">
          <ac:chgData name="NITIN MAULEKHI" userId="67943ef2cc665a3a" providerId="Windows Live" clId="Web-{5B4E532A-D329-419E-9E54-939BA6B455C1}" dt="2023-02-10T10:42:16.022" v="460"/>
          <ac:picMkLst>
            <pc:docMk/>
            <pc:sldMk cId="2514573730" sldId="266"/>
            <ac:picMk id="9" creationId="{086E82D2-6902-29B8-744F-F512928B4482}"/>
          </ac:picMkLst>
        </pc:picChg>
      </pc:sldChg>
      <pc:sldChg chg="addSp delSp modSp">
        <pc:chgData name="NITIN MAULEKHI" userId="67943ef2cc665a3a" providerId="Windows Live" clId="Web-{5B4E532A-D329-419E-9E54-939BA6B455C1}" dt="2023-02-10T10:44:47.434" v="495" actId="1076"/>
        <pc:sldMkLst>
          <pc:docMk/>
          <pc:sldMk cId="2379003576" sldId="267"/>
        </pc:sldMkLst>
        <pc:spChg chg="add mod">
          <ac:chgData name="NITIN MAULEKHI" userId="67943ef2cc665a3a" providerId="Windows Live" clId="Web-{5B4E532A-D329-419E-9E54-939BA6B455C1}" dt="2023-02-10T10:44:47.434" v="495" actId="1076"/>
          <ac:spMkLst>
            <pc:docMk/>
            <pc:sldMk cId="2379003576" sldId="267"/>
            <ac:spMk id="3" creationId="{B6609B9C-E73E-0BAE-90AF-F660AE8ACF69}"/>
          </ac:spMkLst>
        </pc:spChg>
        <pc:spChg chg="del mod">
          <ac:chgData name="NITIN MAULEKHI" userId="67943ef2cc665a3a" providerId="Windows Live" clId="Web-{5B4E532A-D329-419E-9E54-939BA6B455C1}" dt="2023-02-10T10:44:43.434" v="493"/>
          <ac:spMkLst>
            <pc:docMk/>
            <pc:sldMk cId="2379003576" sldId="267"/>
            <ac:spMk id="7" creationId="{7F11D2A1-5FA7-DB29-A0AD-454833B5C604}"/>
          </ac:spMkLst>
        </pc:spChg>
        <pc:picChg chg="add mod">
          <ac:chgData name="NITIN MAULEKHI" userId="67943ef2cc665a3a" providerId="Windows Live" clId="Web-{5B4E532A-D329-419E-9E54-939BA6B455C1}" dt="2023-02-10T10:44:34.387" v="492" actId="14100"/>
          <ac:picMkLst>
            <pc:docMk/>
            <pc:sldMk cId="2379003576" sldId="267"/>
            <ac:picMk id="2" creationId="{E48D5182-20B3-E07C-4A0F-F44FD42B546E}"/>
          </ac:picMkLst>
        </pc:picChg>
        <pc:picChg chg="del">
          <ac:chgData name="NITIN MAULEKHI" userId="67943ef2cc665a3a" providerId="Windows Live" clId="Web-{5B4E532A-D329-419E-9E54-939BA6B455C1}" dt="2023-02-10T10:44:03.776" v="482"/>
          <ac:picMkLst>
            <pc:docMk/>
            <pc:sldMk cId="2379003576" sldId="267"/>
            <ac:picMk id="6" creationId="{B8B69E17-81D6-ABB1-67CE-A4EB32E5A143}"/>
          </ac:picMkLst>
        </pc:picChg>
      </pc:sldChg>
      <pc:sldChg chg="addSp delSp modSp">
        <pc:chgData name="NITIN MAULEKHI" userId="67943ef2cc665a3a" providerId="Windows Live" clId="Web-{5B4E532A-D329-419E-9E54-939BA6B455C1}" dt="2023-02-10T10:50:12.352" v="519" actId="14100"/>
        <pc:sldMkLst>
          <pc:docMk/>
          <pc:sldMk cId="1832412502" sldId="268"/>
        </pc:sldMkLst>
        <pc:spChg chg="del mod">
          <ac:chgData name="NITIN MAULEKHI" userId="67943ef2cc665a3a" providerId="Windows Live" clId="Web-{5B4E532A-D329-419E-9E54-939BA6B455C1}" dt="2023-02-10T10:49:27.788" v="508"/>
          <ac:spMkLst>
            <pc:docMk/>
            <pc:sldMk cId="1832412502" sldId="268"/>
            <ac:spMk id="4" creationId="{959EBFBB-78C3-025D-AC2C-4BB4136FEF03}"/>
          </ac:spMkLst>
        </pc:spChg>
        <pc:spChg chg="add mod">
          <ac:chgData name="NITIN MAULEKHI" userId="67943ef2cc665a3a" providerId="Windows Live" clId="Web-{5B4E532A-D329-419E-9E54-939BA6B455C1}" dt="2023-02-10T10:49:35.351" v="510" actId="1076"/>
          <ac:spMkLst>
            <pc:docMk/>
            <pc:sldMk cId="1832412502" sldId="268"/>
            <ac:spMk id="5" creationId="{B98A4C42-5D1B-CCAC-F55A-A67D93A1D950}"/>
          </ac:spMkLst>
        </pc:spChg>
        <pc:spChg chg="del mod">
          <ac:chgData name="NITIN MAULEKHI" userId="67943ef2cc665a3a" providerId="Windows Live" clId="Web-{5B4E532A-D329-419E-9E54-939BA6B455C1}" dt="2023-02-10T10:49:46.945" v="514"/>
          <ac:spMkLst>
            <pc:docMk/>
            <pc:sldMk cId="1832412502" sldId="268"/>
            <ac:spMk id="6" creationId="{59112F24-5FA6-1EC2-1A24-28F9E64B82BF}"/>
          </ac:spMkLst>
        </pc:spChg>
        <pc:spChg chg="del mod">
          <ac:chgData name="NITIN MAULEKHI" userId="67943ef2cc665a3a" providerId="Windows Live" clId="Web-{5B4E532A-D329-419E-9E54-939BA6B455C1}" dt="2023-02-10T10:49:38.460" v="511"/>
          <ac:spMkLst>
            <pc:docMk/>
            <pc:sldMk cId="1832412502" sldId="268"/>
            <ac:spMk id="7" creationId="{851E145B-7A96-9631-FE4F-3BC87C4615F7}"/>
          </ac:spMkLst>
        </pc:spChg>
        <pc:spChg chg="add mod">
          <ac:chgData name="NITIN MAULEKHI" userId="67943ef2cc665a3a" providerId="Windows Live" clId="Web-{5B4E532A-D329-419E-9E54-939BA6B455C1}" dt="2023-02-10T10:50:12.352" v="519" actId="14100"/>
          <ac:spMkLst>
            <pc:docMk/>
            <pc:sldMk cId="1832412502" sldId="268"/>
            <ac:spMk id="8" creationId="{5FB4ECB0-8AC1-BE1A-38B2-C9D937A95B39}"/>
          </ac:spMkLst>
        </pc:spChg>
        <pc:spChg chg="add mod">
          <ac:chgData name="NITIN MAULEKHI" userId="67943ef2cc665a3a" providerId="Windows Live" clId="Web-{5B4E532A-D329-419E-9E54-939BA6B455C1}" dt="2023-02-10T10:50:03.445" v="518" actId="14100"/>
          <ac:spMkLst>
            <pc:docMk/>
            <pc:sldMk cId="1832412502" sldId="268"/>
            <ac:spMk id="9" creationId="{10BCA4B0-922E-6CA8-E4D2-65D7139DB847}"/>
          </ac:spMkLst>
        </pc:spChg>
        <pc:picChg chg="del">
          <ac:chgData name="NITIN MAULEKHI" userId="67943ef2cc665a3a" providerId="Windows Live" clId="Web-{5B4E532A-D329-419E-9E54-939BA6B455C1}" dt="2023-02-10T10:48:43.396" v="496"/>
          <ac:picMkLst>
            <pc:docMk/>
            <pc:sldMk cId="1832412502" sldId="268"/>
            <ac:picMk id="2" creationId="{D5240047-BA14-4BC3-D62F-8EAB46517503}"/>
          </ac:picMkLst>
        </pc:picChg>
        <pc:picChg chg="add mod">
          <ac:chgData name="NITIN MAULEKHI" userId="67943ef2cc665a3a" providerId="Windows Live" clId="Web-{5B4E532A-D329-419E-9E54-939BA6B455C1}" dt="2023-02-10T10:49:17.444" v="505" actId="14100"/>
          <ac:picMkLst>
            <pc:docMk/>
            <pc:sldMk cId="1832412502" sldId="268"/>
            <ac:picMk id="3" creationId="{77259AB0-E8CF-E3B7-7148-09D5CD5D87B5}"/>
          </ac:picMkLst>
        </pc:picChg>
      </pc:sldChg>
      <pc:sldChg chg="addSp delSp modSp">
        <pc:chgData name="NITIN MAULEKHI" userId="67943ef2cc665a3a" providerId="Windows Live" clId="Web-{5B4E532A-D329-419E-9E54-939BA6B455C1}" dt="2023-02-10T10:35:42.617" v="438" actId="20577"/>
        <pc:sldMkLst>
          <pc:docMk/>
          <pc:sldMk cId="1465063046" sldId="269"/>
        </pc:sldMkLst>
        <pc:spChg chg="del mod">
          <ac:chgData name="NITIN MAULEKHI" userId="67943ef2cc665a3a" providerId="Windows Live" clId="Web-{5B4E532A-D329-419E-9E54-939BA6B455C1}" dt="2023-02-10T10:35:03.116" v="433"/>
          <ac:spMkLst>
            <pc:docMk/>
            <pc:sldMk cId="1465063046" sldId="269"/>
            <ac:spMk id="4" creationId="{512DACEB-56D4-1BFE-80EC-13D872329F94}"/>
          </ac:spMkLst>
        </pc:spChg>
        <pc:spChg chg="add mod">
          <ac:chgData name="NITIN MAULEKHI" userId="67943ef2cc665a3a" providerId="Windows Live" clId="Web-{5B4E532A-D329-419E-9E54-939BA6B455C1}" dt="2023-02-10T10:34:59.131" v="432" actId="1076"/>
          <ac:spMkLst>
            <pc:docMk/>
            <pc:sldMk cId="1465063046" sldId="269"/>
            <ac:spMk id="5" creationId="{7EF4A5DE-A39D-2FE3-DA11-4E0FCC72410D}"/>
          </ac:spMkLst>
        </pc:spChg>
        <pc:spChg chg="del mod">
          <ac:chgData name="NITIN MAULEKHI" userId="67943ef2cc665a3a" providerId="Windows Live" clId="Web-{5B4E532A-D329-419E-9E54-939BA6B455C1}" dt="2023-02-10T10:34:51.303" v="430"/>
          <ac:spMkLst>
            <pc:docMk/>
            <pc:sldMk cId="1465063046" sldId="269"/>
            <ac:spMk id="6" creationId="{54D1A2B8-4A55-212C-A292-9021DCAF2D31}"/>
          </ac:spMkLst>
        </pc:spChg>
        <pc:spChg chg="add mod">
          <ac:chgData name="NITIN MAULEKHI" userId="67943ef2cc665a3a" providerId="Windows Live" clId="Web-{5B4E532A-D329-419E-9E54-939BA6B455C1}" dt="2023-02-10T10:35:42.617" v="438" actId="20577"/>
          <ac:spMkLst>
            <pc:docMk/>
            <pc:sldMk cId="1465063046" sldId="269"/>
            <ac:spMk id="7" creationId="{71808916-2B5E-A169-2303-25557963A46F}"/>
          </ac:spMkLst>
        </pc:spChg>
        <pc:picChg chg="del">
          <ac:chgData name="NITIN MAULEKHI" userId="67943ef2cc665a3a" providerId="Windows Live" clId="Web-{5B4E532A-D329-419E-9E54-939BA6B455C1}" dt="2023-02-10T10:34:19.989" v="423"/>
          <ac:picMkLst>
            <pc:docMk/>
            <pc:sldMk cId="1465063046" sldId="269"/>
            <ac:picMk id="2" creationId="{24A03C7A-EFA4-7351-14E5-3D7BC12C5DAC}"/>
          </ac:picMkLst>
        </pc:picChg>
        <pc:picChg chg="add mod">
          <ac:chgData name="NITIN MAULEKHI" userId="67943ef2cc665a3a" providerId="Windows Live" clId="Web-{5B4E532A-D329-419E-9E54-939BA6B455C1}" dt="2023-02-10T10:34:47.615" v="429" actId="14100"/>
          <ac:picMkLst>
            <pc:docMk/>
            <pc:sldMk cId="1465063046" sldId="269"/>
            <ac:picMk id="3" creationId="{FB100C1F-DBD5-93C8-92DC-E1C96763F197}"/>
          </ac:picMkLst>
        </pc:picChg>
      </pc:sldChg>
      <pc:sldChg chg="addSp delSp modSp">
        <pc:chgData name="NITIN MAULEKHI" userId="67943ef2cc665a3a" providerId="Windows Live" clId="Web-{5B4E532A-D329-419E-9E54-939BA6B455C1}" dt="2023-02-10T10:41:21.192" v="459" actId="1076"/>
        <pc:sldMkLst>
          <pc:docMk/>
          <pc:sldMk cId="140961294" sldId="271"/>
        </pc:sldMkLst>
        <pc:spChg chg="add mod">
          <ac:chgData name="NITIN MAULEKHI" userId="67943ef2cc665a3a" providerId="Windows Live" clId="Web-{5B4E532A-D329-419E-9E54-939BA6B455C1}" dt="2023-02-10T10:41:21.192" v="459" actId="1076"/>
          <ac:spMkLst>
            <pc:docMk/>
            <pc:sldMk cId="140961294" sldId="271"/>
            <ac:spMk id="3" creationId="{05A6D457-0CC6-59BB-E611-B3350BCFCB5A}"/>
          </ac:spMkLst>
        </pc:spChg>
        <pc:spChg chg="add mod">
          <ac:chgData name="NITIN MAULEKHI" userId="67943ef2cc665a3a" providerId="Windows Live" clId="Web-{5B4E532A-D329-419E-9E54-939BA6B455C1}" dt="2023-02-10T10:41:17.223" v="458" actId="1076"/>
          <ac:spMkLst>
            <pc:docMk/>
            <pc:sldMk cId="140961294" sldId="271"/>
            <ac:spMk id="4" creationId="{E276C29C-6592-3E8B-5ED4-C5ADBAB78BF5}"/>
          </ac:spMkLst>
        </pc:spChg>
        <pc:spChg chg="del mod">
          <ac:chgData name="NITIN MAULEKHI" userId="67943ef2cc665a3a" providerId="Windows Live" clId="Web-{5B4E532A-D329-419E-9E54-939BA6B455C1}" dt="2023-02-10T10:41:12.567" v="456"/>
          <ac:spMkLst>
            <pc:docMk/>
            <pc:sldMk cId="140961294" sldId="271"/>
            <ac:spMk id="7" creationId="{A342D4EB-96A7-1546-223C-48C10A3426BD}"/>
          </ac:spMkLst>
        </pc:spChg>
        <pc:spChg chg="del mod">
          <ac:chgData name="NITIN MAULEKHI" userId="67943ef2cc665a3a" providerId="Windows Live" clId="Web-{5B4E532A-D329-419E-9E54-939BA6B455C1}" dt="2023-02-10T10:40:46.894" v="450"/>
          <ac:spMkLst>
            <pc:docMk/>
            <pc:sldMk cId="140961294" sldId="271"/>
            <ac:spMk id="9" creationId="{612A2FDC-F47C-108F-4DD3-3D08E6DA790F}"/>
          </ac:spMkLst>
        </pc:spChg>
        <pc:picChg chg="add mod">
          <ac:chgData name="NITIN MAULEKHI" userId="67943ef2cc665a3a" providerId="Windows Live" clId="Web-{5B4E532A-D329-419E-9E54-939BA6B455C1}" dt="2023-02-10T10:40:41.347" v="449" actId="14100"/>
          <ac:picMkLst>
            <pc:docMk/>
            <pc:sldMk cId="140961294" sldId="271"/>
            <ac:picMk id="2" creationId="{A5859565-3F9E-9B48-2395-34EF7C2FFE9B}"/>
          </ac:picMkLst>
        </pc:picChg>
        <pc:picChg chg="del mod">
          <ac:chgData name="NITIN MAULEKHI" userId="67943ef2cc665a3a" providerId="Windows Live" clId="Web-{5B4E532A-D329-419E-9E54-939BA6B455C1}" dt="2023-02-10T10:40:23.050" v="443"/>
          <ac:picMkLst>
            <pc:docMk/>
            <pc:sldMk cId="140961294" sldId="271"/>
            <ac:picMk id="6" creationId="{8ABA6419-2BB1-C61C-BA2A-09E44BBDC5FC}"/>
          </ac:picMkLst>
        </pc:picChg>
      </pc:sldChg>
      <pc:sldChg chg="addSp delSp modSp">
        <pc:chgData name="NITIN MAULEKHI" userId="67943ef2cc665a3a" providerId="Windows Live" clId="Web-{5B4E532A-D329-419E-9E54-939BA6B455C1}" dt="2023-02-10T08:25:17.777" v="230" actId="1076"/>
        <pc:sldMkLst>
          <pc:docMk/>
          <pc:sldMk cId="2701245604" sldId="274"/>
        </pc:sldMkLst>
        <pc:spChg chg="del mod">
          <ac:chgData name="NITIN MAULEKHI" userId="67943ef2cc665a3a" providerId="Windows Live" clId="Web-{5B4E532A-D329-419E-9E54-939BA6B455C1}" dt="2023-02-10T08:25:09.777" v="228"/>
          <ac:spMkLst>
            <pc:docMk/>
            <pc:sldMk cId="2701245604" sldId="274"/>
            <ac:spMk id="3" creationId="{F8FF9EE1-1180-C98E-7EDE-008D34562BFF}"/>
          </ac:spMkLst>
        </pc:spChg>
        <pc:spChg chg="del mod">
          <ac:chgData name="NITIN MAULEKHI" userId="67943ef2cc665a3a" providerId="Windows Live" clId="Web-{5B4E532A-D329-419E-9E54-939BA6B455C1}" dt="2023-02-10T08:24:32.057" v="222"/>
          <ac:spMkLst>
            <pc:docMk/>
            <pc:sldMk cId="2701245604" sldId="274"/>
            <ac:spMk id="4" creationId="{89E03D00-3C0B-EFB0-3F5D-A63F45E2EB48}"/>
          </ac:spMkLst>
        </pc:spChg>
        <pc:spChg chg="add mod">
          <ac:chgData name="NITIN MAULEKHI" userId="67943ef2cc665a3a" providerId="Windows Live" clId="Web-{5B4E532A-D329-419E-9E54-939BA6B455C1}" dt="2023-02-10T08:25:02.027" v="226" actId="14100"/>
          <ac:spMkLst>
            <pc:docMk/>
            <pc:sldMk cId="2701245604" sldId="274"/>
            <ac:spMk id="6" creationId="{D5085D63-DD8F-5951-AD67-47C7A72058B3}"/>
          </ac:spMkLst>
        </pc:spChg>
        <pc:spChg chg="add mod">
          <ac:chgData name="NITIN MAULEKHI" userId="67943ef2cc665a3a" providerId="Windows Live" clId="Web-{5B4E532A-D329-419E-9E54-939BA6B455C1}" dt="2023-02-10T08:25:17.777" v="230" actId="1076"/>
          <ac:spMkLst>
            <pc:docMk/>
            <pc:sldMk cId="2701245604" sldId="274"/>
            <ac:spMk id="7" creationId="{4C8B3AB9-65AF-8C6E-74C5-DEF879EF2D96}"/>
          </ac:spMkLst>
        </pc:spChg>
        <pc:picChg chg="del">
          <ac:chgData name="NITIN MAULEKHI" userId="67943ef2cc665a3a" providerId="Windows Live" clId="Web-{5B4E532A-D329-419E-9E54-939BA6B455C1}" dt="2023-02-10T08:17:56.557" v="212"/>
          <ac:picMkLst>
            <pc:docMk/>
            <pc:sldMk cId="2701245604" sldId="274"/>
            <ac:picMk id="2" creationId="{37696E44-E92E-DA55-3997-E6582A4F43BC}"/>
          </ac:picMkLst>
        </pc:picChg>
        <pc:picChg chg="add mod">
          <ac:chgData name="NITIN MAULEKHI" userId="67943ef2cc665a3a" providerId="Windows Live" clId="Web-{5B4E532A-D329-419E-9E54-939BA6B455C1}" dt="2023-02-10T08:24:54.979" v="225" actId="14100"/>
          <ac:picMkLst>
            <pc:docMk/>
            <pc:sldMk cId="2701245604" sldId="274"/>
            <ac:picMk id="5" creationId="{152D9FD2-1090-2BB9-4615-7EF5FBBF11C7}"/>
          </ac:picMkLst>
        </pc:picChg>
      </pc:sldChg>
      <pc:sldChg chg="addSp delSp modSp">
        <pc:chgData name="NITIN MAULEKHI" userId="67943ef2cc665a3a" providerId="Windows Live" clId="Web-{5B4E532A-D329-419E-9E54-939BA6B455C1}" dt="2023-02-10T10:21:48.384" v="303" actId="1076"/>
        <pc:sldMkLst>
          <pc:docMk/>
          <pc:sldMk cId="1023378873" sldId="275"/>
        </pc:sldMkLst>
        <pc:spChg chg="del mod">
          <ac:chgData name="NITIN MAULEKHI" userId="67943ef2cc665a3a" providerId="Windows Live" clId="Web-{5B4E532A-D329-419E-9E54-939BA6B455C1}" dt="2023-02-10T10:21:32.790" v="298"/>
          <ac:spMkLst>
            <pc:docMk/>
            <pc:sldMk cId="1023378873" sldId="275"/>
            <ac:spMk id="4" creationId="{8E611621-0430-C4D8-206C-F853E91377D1}"/>
          </ac:spMkLst>
        </pc:spChg>
        <pc:spChg chg="add mod">
          <ac:chgData name="NITIN MAULEKHI" userId="67943ef2cc665a3a" providerId="Windows Live" clId="Web-{5B4E532A-D329-419E-9E54-939BA6B455C1}" dt="2023-02-10T10:21:41.118" v="300" actId="1076"/>
          <ac:spMkLst>
            <pc:docMk/>
            <pc:sldMk cId="1023378873" sldId="275"/>
            <ac:spMk id="5" creationId="{F03C679F-4B88-A0CD-5EA0-F50565D04532}"/>
          </ac:spMkLst>
        </pc:spChg>
        <pc:spChg chg="del mod">
          <ac:chgData name="NITIN MAULEKHI" userId="67943ef2cc665a3a" providerId="Windows Live" clId="Web-{5B4E532A-D329-419E-9E54-939BA6B455C1}" dt="2023-02-10T10:21:44.025" v="301"/>
          <ac:spMkLst>
            <pc:docMk/>
            <pc:sldMk cId="1023378873" sldId="275"/>
            <ac:spMk id="6" creationId="{6E54CC04-35DC-5D0C-C032-A9B152D7F062}"/>
          </ac:spMkLst>
        </pc:spChg>
        <pc:spChg chg="add mod">
          <ac:chgData name="NITIN MAULEKHI" userId="67943ef2cc665a3a" providerId="Windows Live" clId="Web-{5B4E532A-D329-419E-9E54-939BA6B455C1}" dt="2023-02-10T10:21:48.384" v="303" actId="1076"/>
          <ac:spMkLst>
            <pc:docMk/>
            <pc:sldMk cId="1023378873" sldId="275"/>
            <ac:spMk id="7" creationId="{CC240BBB-5BDC-997E-4378-88BF86C3F64B}"/>
          </ac:spMkLst>
        </pc:spChg>
        <pc:picChg chg="del">
          <ac:chgData name="NITIN MAULEKHI" userId="67943ef2cc665a3a" providerId="Windows Live" clId="Web-{5B4E532A-D329-419E-9E54-939BA6B455C1}" dt="2023-02-10T10:20:37.194" v="288"/>
          <ac:picMkLst>
            <pc:docMk/>
            <pc:sldMk cId="1023378873" sldId="275"/>
            <ac:picMk id="2" creationId="{F42F69C0-9A1A-AA61-3EBE-94F536EE93BA}"/>
          </ac:picMkLst>
        </pc:picChg>
        <pc:picChg chg="add mod">
          <ac:chgData name="NITIN MAULEKHI" userId="67943ef2cc665a3a" providerId="Windows Live" clId="Web-{5B4E532A-D329-419E-9E54-939BA6B455C1}" dt="2023-02-10T10:21:22.774" v="297" actId="14100"/>
          <ac:picMkLst>
            <pc:docMk/>
            <pc:sldMk cId="1023378873" sldId="275"/>
            <ac:picMk id="3" creationId="{7EDBDE28-D143-00F7-FA6C-BAD1734E826D}"/>
          </ac:picMkLst>
        </pc:picChg>
      </pc:sldChg>
      <pc:sldChg chg="addSp delSp modSp">
        <pc:chgData name="NITIN MAULEKHI" userId="67943ef2cc665a3a" providerId="Windows Live" clId="Web-{5B4E532A-D329-419E-9E54-939BA6B455C1}" dt="2023-02-10T08:31:31.057" v="248" actId="1076"/>
        <pc:sldMkLst>
          <pc:docMk/>
          <pc:sldMk cId="2588497339" sldId="276"/>
        </pc:sldMkLst>
        <pc:spChg chg="add mod">
          <ac:chgData name="NITIN MAULEKHI" userId="67943ef2cc665a3a" providerId="Windows Live" clId="Web-{5B4E532A-D329-419E-9E54-939BA6B455C1}" dt="2023-02-10T08:31:22.635" v="245" actId="1076"/>
          <ac:spMkLst>
            <pc:docMk/>
            <pc:sldMk cId="2588497339" sldId="276"/>
            <ac:spMk id="3" creationId="{0C2E35DC-2401-3BB6-35C1-67827E390F51}"/>
          </ac:spMkLst>
        </pc:spChg>
        <pc:spChg chg="add mod">
          <ac:chgData name="NITIN MAULEKHI" userId="67943ef2cc665a3a" providerId="Windows Live" clId="Web-{5B4E532A-D329-419E-9E54-939BA6B455C1}" dt="2023-02-10T08:31:31.057" v="248" actId="1076"/>
          <ac:spMkLst>
            <pc:docMk/>
            <pc:sldMk cId="2588497339" sldId="276"/>
            <ac:spMk id="4" creationId="{9ECCFD84-84BF-6100-2DEB-1F0F1F39F5CC}"/>
          </ac:spMkLst>
        </pc:spChg>
        <pc:spChg chg="del mod">
          <ac:chgData name="NITIN MAULEKHI" userId="67943ef2cc665a3a" providerId="Windows Live" clId="Web-{5B4E532A-D329-419E-9E54-939BA6B455C1}" dt="2023-02-10T08:31:26.572" v="246"/>
          <ac:spMkLst>
            <pc:docMk/>
            <pc:sldMk cId="2588497339" sldId="276"/>
            <ac:spMk id="8" creationId="{28B3D988-C6F4-E00C-00C2-C213AB325613}"/>
          </ac:spMkLst>
        </pc:spChg>
        <pc:spChg chg="del mod">
          <ac:chgData name="NITIN MAULEKHI" userId="67943ef2cc665a3a" providerId="Windows Live" clId="Web-{5B4E532A-D329-419E-9E54-939BA6B455C1}" dt="2023-02-10T08:31:18.541" v="243"/>
          <ac:spMkLst>
            <pc:docMk/>
            <pc:sldMk cId="2588497339" sldId="276"/>
            <ac:spMk id="9" creationId="{44E87442-3371-0389-7105-3095DC141EC9}"/>
          </ac:spMkLst>
        </pc:spChg>
        <pc:picChg chg="add mod">
          <ac:chgData name="NITIN MAULEKHI" userId="67943ef2cc665a3a" providerId="Windows Live" clId="Web-{5B4E532A-D329-419E-9E54-939BA6B455C1}" dt="2023-02-10T08:31:10.400" v="240" actId="14100"/>
          <ac:picMkLst>
            <pc:docMk/>
            <pc:sldMk cId="2588497339" sldId="276"/>
            <ac:picMk id="2" creationId="{EC72B4DF-BA58-CFB9-D734-4AB64CE5D5BE}"/>
          </ac:picMkLst>
        </pc:picChg>
        <pc:picChg chg="del mod">
          <ac:chgData name="NITIN MAULEKHI" userId="67943ef2cc665a3a" providerId="Windows Live" clId="Web-{5B4E532A-D329-419E-9E54-939BA6B455C1}" dt="2023-02-10T08:30:38.305" v="231"/>
          <ac:picMkLst>
            <pc:docMk/>
            <pc:sldMk cId="2588497339" sldId="276"/>
            <ac:picMk id="6" creationId="{737D5153-6DC9-4676-1C3E-FAB683723B67}"/>
          </ac:picMkLst>
        </pc:picChg>
      </pc:sldChg>
      <pc:sldChg chg="addSp delSp modSp">
        <pc:chgData name="NITIN MAULEKHI" userId="67943ef2cc665a3a" providerId="Windows Live" clId="Web-{5B4E532A-D329-419E-9E54-939BA6B455C1}" dt="2023-02-10T08:33:14.592" v="273" actId="1076"/>
        <pc:sldMkLst>
          <pc:docMk/>
          <pc:sldMk cId="3828384774" sldId="277"/>
        </pc:sldMkLst>
        <pc:spChg chg="add del mod">
          <ac:chgData name="NITIN MAULEKHI" userId="67943ef2cc665a3a" providerId="Windows Live" clId="Web-{5B4E532A-D329-419E-9E54-939BA6B455C1}" dt="2023-02-10T08:33:07.592" v="271"/>
          <ac:spMkLst>
            <pc:docMk/>
            <pc:sldMk cId="3828384774" sldId="277"/>
            <ac:spMk id="2" creationId="{1A37B045-93A4-5E5E-6E9E-2777BC4C92B8}"/>
          </ac:spMkLst>
        </pc:spChg>
        <pc:spChg chg="add del">
          <ac:chgData name="NITIN MAULEKHI" userId="67943ef2cc665a3a" providerId="Windows Live" clId="Web-{5B4E532A-D329-419E-9E54-939BA6B455C1}" dt="2023-02-10T08:32:51.701" v="265"/>
          <ac:spMkLst>
            <pc:docMk/>
            <pc:sldMk cId="3828384774" sldId="277"/>
            <ac:spMk id="3" creationId="{3AD7E297-860B-6F46-628B-61B9A7A75DCD}"/>
          </ac:spMkLst>
        </pc:spChg>
        <pc:spChg chg="add del">
          <ac:chgData name="NITIN MAULEKHI" userId="67943ef2cc665a3a" providerId="Windows Live" clId="Web-{5B4E532A-D329-419E-9E54-939BA6B455C1}" dt="2023-02-10T08:32:58.982" v="268"/>
          <ac:spMkLst>
            <pc:docMk/>
            <pc:sldMk cId="3828384774" sldId="277"/>
            <ac:spMk id="4" creationId="{8C8086AF-196E-B133-C861-79D42F318F44}"/>
          </ac:spMkLst>
        </pc:spChg>
        <pc:spChg chg="add mod">
          <ac:chgData name="NITIN MAULEKHI" userId="67943ef2cc665a3a" providerId="Windows Live" clId="Web-{5B4E532A-D329-419E-9E54-939BA6B455C1}" dt="2023-02-10T08:32:56.795" v="267" actId="1076"/>
          <ac:spMkLst>
            <pc:docMk/>
            <pc:sldMk cId="3828384774" sldId="277"/>
            <ac:spMk id="7" creationId="{D8027099-391D-01B9-BB55-47BCAC4299B7}"/>
          </ac:spMkLst>
        </pc:spChg>
        <pc:spChg chg="del mod">
          <ac:chgData name="NITIN MAULEKHI" userId="67943ef2cc665a3a" providerId="Windows Live" clId="Web-{5B4E532A-D329-419E-9E54-939BA6B455C1}" dt="2023-02-10T08:32:06.699" v="253"/>
          <ac:spMkLst>
            <pc:docMk/>
            <pc:sldMk cId="3828384774" sldId="277"/>
            <ac:spMk id="8" creationId="{CE9DF8CE-5648-47F8-1FCB-47280F42ECC1}"/>
          </ac:spMkLst>
        </pc:spChg>
        <pc:spChg chg="del mod">
          <ac:chgData name="NITIN MAULEKHI" userId="67943ef2cc665a3a" providerId="Windows Live" clId="Web-{5B4E532A-D329-419E-9E54-939BA6B455C1}" dt="2023-02-10T08:32:12.559" v="257"/>
          <ac:spMkLst>
            <pc:docMk/>
            <pc:sldMk cId="3828384774" sldId="277"/>
            <ac:spMk id="9" creationId="{6CB8657F-0EBB-AAF7-237B-2DCF3EF7C24D}"/>
          </ac:spMkLst>
        </pc:spChg>
        <pc:spChg chg="del mod">
          <ac:chgData name="NITIN MAULEKHI" userId="67943ef2cc665a3a" providerId="Windows Live" clId="Web-{5B4E532A-D329-419E-9E54-939BA6B455C1}" dt="2023-02-10T08:32:09.559" v="255"/>
          <ac:spMkLst>
            <pc:docMk/>
            <pc:sldMk cId="3828384774" sldId="277"/>
            <ac:spMk id="10" creationId="{F2368EB2-3942-8B7F-F879-91ACE2A603E8}"/>
          </ac:spMkLst>
        </pc:spChg>
        <pc:spChg chg="add mod">
          <ac:chgData name="NITIN MAULEKHI" userId="67943ef2cc665a3a" providerId="Windows Live" clId="Web-{5B4E532A-D329-419E-9E54-939BA6B455C1}" dt="2023-02-10T08:33:02.873" v="270" actId="1076"/>
          <ac:spMkLst>
            <pc:docMk/>
            <pc:sldMk cId="3828384774" sldId="277"/>
            <ac:spMk id="11" creationId="{425E7504-C044-4936-3297-5B2759848633}"/>
          </ac:spMkLst>
        </pc:spChg>
        <pc:spChg chg="add mod">
          <ac:chgData name="NITIN MAULEKHI" userId="67943ef2cc665a3a" providerId="Windows Live" clId="Web-{5B4E532A-D329-419E-9E54-939BA6B455C1}" dt="2023-02-10T08:33:14.592" v="273" actId="1076"/>
          <ac:spMkLst>
            <pc:docMk/>
            <pc:sldMk cId="3828384774" sldId="277"/>
            <ac:spMk id="12" creationId="{3F8345C4-231D-F5FD-DDB9-FE3AFE892A75}"/>
          </ac:spMkLst>
        </pc:spChg>
        <pc:picChg chg="add mod">
          <ac:chgData name="NITIN MAULEKHI" userId="67943ef2cc665a3a" providerId="Windows Live" clId="Web-{5B4E532A-D329-419E-9E54-939BA6B455C1}" dt="2023-02-10T08:32:41.075" v="263" actId="14100"/>
          <ac:picMkLst>
            <pc:docMk/>
            <pc:sldMk cId="3828384774" sldId="277"/>
            <ac:picMk id="5" creationId="{47E85D9E-9DB5-DFA9-D193-06F17D22883D}"/>
          </ac:picMkLst>
        </pc:picChg>
        <pc:picChg chg="del">
          <ac:chgData name="NITIN MAULEKHI" userId="67943ef2cc665a3a" providerId="Windows Live" clId="Web-{5B4E532A-D329-419E-9E54-939BA6B455C1}" dt="2023-02-10T08:31:56.699" v="250"/>
          <ac:picMkLst>
            <pc:docMk/>
            <pc:sldMk cId="3828384774" sldId="277"/>
            <ac:picMk id="6" creationId="{2E48EDEA-0EB7-7D40-D08A-454E89872137}"/>
          </ac:picMkLst>
        </pc:picChg>
      </pc:sldChg>
      <pc:sldChg chg="addSp delSp modSp">
        <pc:chgData name="NITIN MAULEKHI" userId="67943ef2cc665a3a" providerId="Windows Live" clId="Web-{5B4E532A-D329-419E-9E54-939BA6B455C1}" dt="2023-02-10T10:20:05.834" v="287" actId="1076"/>
        <pc:sldMkLst>
          <pc:docMk/>
          <pc:sldMk cId="3120984429" sldId="278"/>
        </pc:sldMkLst>
        <pc:spChg chg="add mod">
          <ac:chgData name="NITIN MAULEKHI" userId="67943ef2cc665a3a" providerId="Windows Live" clId="Web-{5B4E532A-D329-419E-9E54-939BA6B455C1}" dt="2023-02-10T10:20:05.834" v="287" actId="1076"/>
          <ac:spMkLst>
            <pc:docMk/>
            <pc:sldMk cId="3120984429" sldId="278"/>
            <ac:spMk id="3" creationId="{B71A4DB1-9202-0851-426C-56A50C3E9060}"/>
          </ac:spMkLst>
        </pc:spChg>
        <pc:spChg chg="del mod">
          <ac:chgData name="NITIN MAULEKHI" userId="67943ef2cc665a3a" providerId="Windows Live" clId="Web-{5B4E532A-D329-419E-9E54-939BA6B455C1}" dt="2023-02-10T08:34:52.315" v="283"/>
          <ac:spMkLst>
            <pc:docMk/>
            <pc:sldMk cId="3120984429" sldId="278"/>
            <ac:spMk id="10" creationId="{319B5F77-85D2-4A5C-70CA-D5ED1455411A}"/>
          </ac:spMkLst>
        </pc:spChg>
        <pc:picChg chg="add mod">
          <ac:chgData name="NITIN MAULEKHI" userId="67943ef2cc665a3a" providerId="Windows Live" clId="Web-{5B4E532A-D329-419E-9E54-939BA6B455C1}" dt="2023-02-10T08:34:48.627" v="282" actId="14100"/>
          <ac:picMkLst>
            <pc:docMk/>
            <pc:sldMk cId="3120984429" sldId="278"/>
            <ac:picMk id="2" creationId="{3648E13D-4835-FB98-6B94-E587FD1A1F6A}"/>
          </ac:picMkLst>
        </pc:picChg>
        <pc:picChg chg="del">
          <ac:chgData name="NITIN MAULEKHI" userId="67943ef2cc665a3a" providerId="Windows Live" clId="Web-{5B4E532A-D329-419E-9E54-939BA6B455C1}" dt="2023-02-10T08:34:20.813" v="274"/>
          <ac:picMkLst>
            <pc:docMk/>
            <pc:sldMk cId="3120984429" sldId="278"/>
            <ac:picMk id="9" creationId="{A78E62E2-A320-532A-FFD8-908DEC77FB6B}"/>
          </ac:picMkLst>
        </pc:picChg>
      </pc:sldChg>
      <pc:sldChg chg="addSp delSp modSp new">
        <pc:chgData name="NITIN MAULEKHI" userId="67943ef2cc665a3a" providerId="Windows Live" clId="Web-{5B4E532A-D329-419E-9E54-939BA6B455C1}" dt="2023-02-10T10:26:00.940" v="375" actId="14100"/>
        <pc:sldMkLst>
          <pc:docMk/>
          <pc:sldMk cId="238239180" sldId="280"/>
        </pc:sldMkLst>
        <pc:spChg chg="del">
          <ac:chgData name="NITIN MAULEKHI" userId="67943ef2cc665a3a" providerId="Windows Live" clId="Web-{5B4E532A-D329-419E-9E54-939BA6B455C1}" dt="2023-02-10T10:22:29.339" v="305"/>
          <ac:spMkLst>
            <pc:docMk/>
            <pc:sldMk cId="238239180" sldId="280"/>
            <ac:spMk id="2" creationId="{28CB7CC7-8E72-7EDA-07CD-1EFAC24E37B7}"/>
          </ac:spMkLst>
        </pc:spChg>
        <pc:spChg chg="del">
          <ac:chgData name="NITIN MAULEKHI" userId="67943ef2cc665a3a" providerId="Windows Live" clId="Web-{5B4E532A-D329-419E-9E54-939BA6B455C1}" dt="2023-02-10T10:22:31.698" v="306"/>
          <ac:spMkLst>
            <pc:docMk/>
            <pc:sldMk cId="238239180" sldId="280"/>
            <ac:spMk id="3" creationId="{A251D912-3ECB-311D-7547-8238CF4FEBC7}"/>
          </ac:spMkLst>
        </pc:spChg>
        <pc:spChg chg="add mod">
          <ac:chgData name="NITIN MAULEKHI" userId="67943ef2cc665a3a" providerId="Windows Live" clId="Web-{5B4E532A-D329-419E-9E54-939BA6B455C1}" dt="2023-02-10T10:25:11.470" v="371" actId="14100"/>
          <ac:spMkLst>
            <pc:docMk/>
            <pc:sldMk cId="238239180" sldId="280"/>
            <ac:spMk id="5" creationId="{8574E2FE-AB71-F79C-3EEA-C007A9D10284}"/>
          </ac:spMkLst>
        </pc:spChg>
        <pc:spChg chg="add mod">
          <ac:chgData name="NITIN MAULEKHI" userId="67943ef2cc665a3a" providerId="Windows Live" clId="Web-{5B4E532A-D329-419E-9E54-939BA6B455C1}" dt="2023-02-10T10:26:00.940" v="375" actId="14100"/>
          <ac:spMkLst>
            <pc:docMk/>
            <pc:sldMk cId="238239180" sldId="280"/>
            <ac:spMk id="6" creationId="{C9A3C251-A4FA-D22E-FAF2-5DC1050EAEB2}"/>
          </ac:spMkLst>
        </pc:spChg>
        <pc:picChg chg="add mod">
          <ac:chgData name="NITIN MAULEKHI" userId="67943ef2cc665a3a" providerId="Windows Live" clId="Web-{5B4E532A-D329-419E-9E54-939BA6B455C1}" dt="2023-02-10T10:23:02.824" v="314" actId="14100"/>
          <ac:picMkLst>
            <pc:docMk/>
            <pc:sldMk cId="238239180" sldId="280"/>
            <ac:picMk id="4" creationId="{46C80725-B906-F1B7-8708-2D4E0893158A}"/>
          </ac:picMkLst>
        </pc:picChg>
      </pc:sldChg>
      <pc:sldChg chg="addSp delSp modSp new">
        <pc:chgData name="NITIN MAULEKHI" userId="67943ef2cc665a3a" providerId="Windows Live" clId="Web-{5B4E532A-D329-419E-9E54-939BA6B455C1}" dt="2023-02-10T10:29:11.463" v="414" actId="14100"/>
        <pc:sldMkLst>
          <pc:docMk/>
          <pc:sldMk cId="491972638" sldId="281"/>
        </pc:sldMkLst>
        <pc:spChg chg="del">
          <ac:chgData name="NITIN MAULEKHI" userId="67943ef2cc665a3a" providerId="Windows Live" clId="Web-{5B4E532A-D329-419E-9E54-939BA6B455C1}" dt="2023-02-10T10:26:29.879" v="377"/>
          <ac:spMkLst>
            <pc:docMk/>
            <pc:sldMk cId="491972638" sldId="281"/>
            <ac:spMk id="2" creationId="{8A35BF38-F209-EE44-BE84-7875D9A5A821}"/>
          </ac:spMkLst>
        </pc:spChg>
        <pc:spChg chg="del">
          <ac:chgData name="NITIN MAULEKHI" userId="67943ef2cc665a3a" providerId="Windows Live" clId="Web-{5B4E532A-D329-419E-9E54-939BA6B455C1}" dt="2023-02-10T10:26:32.082" v="378"/>
          <ac:spMkLst>
            <pc:docMk/>
            <pc:sldMk cId="491972638" sldId="281"/>
            <ac:spMk id="3" creationId="{42FDD3F0-F37E-FFCF-62A5-309BF0402188}"/>
          </ac:spMkLst>
        </pc:spChg>
        <pc:spChg chg="add mod">
          <ac:chgData name="NITIN MAULEKHI" userId="67943ef2cc665a3a" providerId="Windows Live" clId="Web-{5B4E532A-D329-419E-9E54-939BA6B455C1}" dt="2023-02-10T10:29:11.463" v="414" actId="14100"/>
          <ac:spMkLst>
            <pc:docMk/>
            <pc:sldMk cId="491972638" sldId="281"/>
            <ac:spMk id="5" creationId="{1642F6BF-7DDC-805D-95CE-CFBBD44D953F}"/>
          </ac:spMkLst>
        </pc:spChg>
        <pc:picChg chg="add mod">
          <ac:chgData name="NITIN MAULEKHI" userId="67943ef2cc665a3a" providerId="Windows Live" clId="Web-{5B4E532A-D329-419E-9E54-939BA6B455C1}" dt="2023-02-10T10:27:01.427" v="384" actId="14100"/>
          <ac:picMkLst>
            <pc:docMk/>
            <pc:sldMk cId="491972638" sldId="281"/>
            <ac:picMk id="4" creationId="{DB622B44-02D6-DEDE-5E23-773ACA7A8C0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2/10/2023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Graphical user interface, website&#10;&#10;Description automatically generated">
            <a:extLst>
              <a:ext uri="{FF2B5EF4-FFF2-40B4-BE49-F238E27FC236}">
                <a16:creationId xmlns:a16="http://schemas.microsoft.com/office/drawing/2014/main" id="{A0E9FC45-81C9-47F0-86D0-62CAC9686463}"/>
              </a:ext>
            </a:extLst>
          </p:cNvPr>
          <p:cNvPicPr>
            <a:picLocks noChangeAspect="1"/>
          </p:cNvPicPr>
          <p:nvPr/>
        </p:nvPicPr>
        <p:blipFill>
          <a:blip r:embed="rId2"/>
          <a:stretch>
            <a:fillRect/>
          </a:stretch>
        </p:blipFill>
        <p:spPr>
          <a:xfrm>
            <a:off x="-9236" y="255551"/>
            <a:ext cx="12187381" cy="6219898"/>
          </a:xfrm>
          <a:prstGeom prst="rect">
            <a:avLst/>
          </a:prstGeom>
        </p:spPr>
      </p:pic>
      <p:sp>
        <p:nvSpPr>
          <p:cNvPr id="9" name="Rectangle 8">
            <a:extLst>
              <a:ext uri="{FF2B5EF4-FFF2-40B4-BE49-F238E27FC236}">
                <a16:creationId xmlns:a16="http://schemas.microsoft.com/office/drawing/2014/main" id="{DEE8C6B9-C0B3-DE9A-96A1-E9F1B0EEBC5C}"/>
              </a:ext>
            </a:extLst>
          </p:cNvPr>
          <p:cNvSpPr/>
          <p:nvPr/>
        </p:nvSpPr>
        <p:spPr>
          <a:xfrm>
            <a:off x="10728614" y="565149"/>
            <a:ext cx="727363" cy="254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Up 9">
            <a:extLst>
              <a:ext uri="{FF2B5EF4-FFF2-40B4-BE49-F238E27FC236}">
                <a16:creationId xmlns:a16="http://schemas.microsoft.com/office/drawing/2014/main" id="{023C675D-10AD-D562-509E-B9213F3880F3}"/>
              </a:ext>
            </a:extLst>
          </p:cNvPr>
          <p:cNvSpPr/>
          <p:nvPr/>
        </p:nvSpPr>
        <p:spPr>
          <a:xfrm>
            <a:off x="10991850" y="819150"/>
            <a:ext cx="323273" cy="796636"/>
          </a:xfrm>
          <a:prstGeom prst="upArrow">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application, website&#10;&#10;Description automatically generated">
            <a:extLst>
              <a:ext uri="{FF2B5EF4-FFF2-40B4-BE49-F238E27FC236}">
                <a16:creationId xmlns:a16="http://schemas.microsoft.com/office/drawing/2014/main" id="{47855E94-990F-970C-9356-FD78FF7C7B07}"/>
              </a:ext>
            </a:extLst>
          </p:cNvPr>
          <p:cNvPicPr>
            <a:picLocks noChangeAspect="1"/>
          </p:cNvPicPr>
          <p:nvPr/>
        </p:nvPicPr>
        <p:blipFill>
          <a:blip r:embed="rId2"/>
          <a:stretch>
            <a:fillRect/>
          </a:stretch>
        </p:blipFill>
        <p:spPr>
          <a:xfrm>
            <a:off x="-9236" y="218450"/>
            <a:ext cx="12187381" cy="6190192"/>
          </a:xfrm>
          <a:prstGeom prst="rect">
            <a:avLst/>
          </a:prstGeom>
        </p:spPr>
      </p:pic>
      <p:sp>
        <p:nvSpPr>
          <p:cNvPr id="6" name="Rectangle: Rounded Corners 5">
            <a:extLst>
              <a:ext uri="{FF2B5EF4-FFF2-40B4-BE49-F238E27FC236}">
                <a16:creationId xmlns:a16="http://schemas.microsoft.com/office/drawing/2014/main" id="{0EF4E873-1D72-B6D0-D279-D99F95FE40A2}"/>
              </a:ext>
            </a:extLst>
          </p:cNvPr>
          <p:cNvSpPr/>
          <p:nvPr/>
        </p:nvSpPr>
        <p:spPr>
          <a:xfrm>
            <a:off x="3034837" y="1688836"/>
            <a:ext cx="6393743" cy="469297"/>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a:solidFill>
                  <a:schemeClr val="bg1"/>
                </a:solidFill>
                <a:cs typeface="Calibri"/>
              </a:rPr>
              <a:t>Log in with username and password</a:t>
            </a:r>
            <a:endParaRPr lang="en-US" dirty="0">
              <a:solidFill>
                <a:schemeClr val="bg1"/>
              </a:solidFill>
              <a:cs typeface="Calibri"/>
            </a:endParaRPr>
          </a:p>
        </p:txBody>
      </p:sp>
    </p:spTree>
    <p:extLst>
      <p:ext uri="{BB962C8B-B14F-4D97-AF65-F5344CB8AC3E}">
        <p14:creationId xmlns:p14="http://schemas.microsoft.com/office/powerpoint/2010/main" val="440199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10;&#10;Description automatically generated">
            <a:extLst>
              <a:ext uri="{FF2B5EF4-FFF2-40B4-BE49-F238E27FC236}">
                <a16:creationId xmlns:a16="http://schemas.microsoft.com/office/drawing/2014/main" id="{3325B956-8E30-A623-6F3E-E39BB47C615D}"/>
              </a:ext>
            </a:extLst>
          </p:cNvPr>
          <p:cNvPicPr>
            <a:picLocks noChangeAspect="1"/>
          </p:cNvPicPr>
          <p:nvPr/>
        </p:nvPicPr>
        <p:blipFill>
          <a:blip r:embed="rId2"/>
          <a:stretch>
            <a:fillRect/>
          </a:stretch>
        </p:blipFill>
        <p:spPr>
          <a:xfrm>
            <a:off x="2147" y="320114"/>
            <a:ext cx="12195108" cy="6228503"/>
          </a:xfrm>
          <a:prstGeom prst="rect">
            <a:avLst/>
          </a:prstGeom>
        </p:spPr>
      </p:pic>
      <p:sp>
        <p:nvSpPr>
          <p:cNvPr id="3" name="Rectangle: Rounded Corners 2">
            <a:extLst>
              <a:ext uri="{FF2B5EF4-FFF2-40B4-BE49-F238E27FC236}">
                <a16:creationId xmlns:a16="http://schemas.microsoft.com/office/drawing/2014/main" id="{8637B977-EC48-A1D1-F028-801B1BF9E545}"/>
              </a:ext>
            </a:extLst>
          </p:cNvPr>
          <p:cNvSpPr/>
          <p:nvPr/>
        </p:nvSpPr>
        <p:spPr>
          <a:xfrm>
            <a:off x="2746552" y="320463"/>
            <a:ext cx="5634834" cy="450272"/>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Landing page once you Log In</a:t>
            </a:r>
          </a:p>
        </p:txBody>
      </p:sp>
    </p:spTree>
    <p:extLst>
      <p:ext uri="{BB962C8B-B14F-4D97-AF65-F5344CB8AC3E}">
        <p14:creationId xmlns:p14="http://schemas.microsoft.com/office/powerpoint/2010/main" val="799795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application&#10;&#10;Description automatically generated">
            <a:extLst>
              <a:ext uri="{FF2B5EF4-FFF2-40B4-BE49-F238E27FC236}">
                <a16:creationId xmlns:a16="http://schemas.microsoft.com/office/drawing/2014/main" id="{3917EAC3-CA14-1568-F2D4-62F7C83B5B6F}"/>
              </a:ext>
            </a:extLst>
          </p:cNvPr>
          <p:cNvPicPr>
            <a:picLocks noChangeAspect="1"/>
          </p:cNvPicPr>
          <p:nvPr/>
        </p:nvPicPr>
        <p:blipFill>
          <a:blip r:embed="rId2"/>
          <a:stretch>
            <a:fillRect/>
          </a:stretch>
        </p:blipFill>
        <p:spPr>
          <a:xfrm>
            <a:off x="2147" y="283292"/>
            <a:ext cx="12187705" cy="6205559"/>
          </a:xfrm>
          <a:prstGeom prst="rect">
            <a:avLst/>
          </a:prstGeom>
        </p:spPr>
      </p:pic>
      <p:sp>
        <p:nvSpPr>
          <p:cNvPr id="3" name="Rectangle: Rounded Corners 2">
            <a:extLst>
              <a:ext uri="{FF2B5EF4-FFF2-40B4-BE49-F238E27FC236}">
                <a16:creationId xmlns:a16="http://schemas.microsoft.com/office/drawing/2014/main" id="{D40F5AFE-2600-9543-7AC8-672C69E0C121}"/>
              </a:ext>
            </a:extLst>
          </p:cNvPr>
          <p:cNvSpPr/>
          <p:nvPr/>
        </p:nvSpPr>
        <p:spPr>
          <a:xfrm>
            <a:off x="3164672" y="372918"/>
            <a:ext cx="5313024" cy="437914"/>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To edit your profile, click on "</a:t>
            </a:r>
            <a:r>
              <a:rPr lang="en-US" b="1" u="sng" dirty="0">
                <a:solidFill>
                  <a:schemeClr val="bg1"/>
                </a:solidFill>
                <a:cs typeface="Calibri"/>
              </a:rPr>
              <a:t>User Profile"</a:t>
            </a:r>
            <a:endParaRPr lang="en-US" dirty="0">
              <a:solidFill>
                <a:schemeClr val="bg1"/>
              </a:solidFill>
              <a:ea typeface="Calibri" panose="020F0502020204030204"/>
              <a:cs typeface="Calibri" panose="020F0502020204030204"/>
            </a:endParaRPr>
          </a:p>
        </p:txBody>
      </p:sp>
      <p:sp>
        <p:nvSpPr>
          <p:cNvPr id="5" name="Arrow: Left 4">
            <a:extLst>
              <a:ext uri="{FF2B5EF4-FFF2-40B4-BE49-F238E27FC236}">
                <a16:creationId xmlns:a16="http://schemas.microsoft.com/office/drawing/2014/main" id="{E7B59494-4389-A3E1-265D-45606DA75770}"/>
              </a:ext>
            </a:extLst>
          </p:cNvPr>
          <p:cNvSpPr/>
          <p:nvPr/>
        </p:nvSpPr>
        <p:spPr>
          <a:xfrm>
            <a:off x="1120193" y="1379648"/>
            <a:ext cx="1096166" cy="230910"/>
          </a:xfrm>
          <a:prstGeom prst="leftArrow">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Arrow: Left 8">
            <a:extLst>
              <a:ext uri="{FF2B5EF4-FFF2-40B4-BE49-F238E27FC236}">
                <a16:creationId xmlns:a16="http://schemas.microsoft.com/office/drawing/2014/main" id="{F52FF220-2A47-B6E0-59A6-6C0DE876141F}"/>
              </a:ext>
            </a:extLst>
          </p:cNvPr>
          <p:cNvSpPr/>
          <p:nvPr/>
        </p:nvSpPr>
        <p:spPr>
          <a:xfrm rot="10800000">
            <a:off x="9734109" y="1853664"/>
            <a:ext cx="888034" cy="239438"/>
          </a:xfrm>
          <a:prstGeom prst="leftArrow">
            <a:avLst>
              <a:gd name="adj1" fmla="val 50000"/>
              <a:gd name="adj2" fmla="val 45953"/>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3774572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application&#10;&#10;Description automatically generated">
            <a:extLst>
              <a:ext uri="{FF2B5EF4-FFF2-40B4-BE49-F238E27FC236}">
                <a16:creationId xmlns:a16="http://schemas.microsoft.com/office/drawing/2014/main" id="{43F1916C-CDF9-96B6-0A54-CA01375B65AC}"/>
              </a:ext>
            </a:extLst>
          </p:cNvPr>
          <p:cNvPicPr>
            <a:picLocks noChangeAspect="1"/>
          </p:cNvPicPr>
          <p:nvPr/>
        </p:nvPicPr>
        <p:blipFill>
          <a:blip r:embed="rId2"/>
          <a:stretch>
            <a:fillRect/>
          </a:stretch>
        </p:blipFill>
        <p:spPr>
          <a:xfrm>
            <a:off x="2147" y="327551"/>
            <a:ext cx="12187706" cy="6159970"/>
          </a:xfrm>
          <a:prstGeom prst="rect">
            <a:avLst/>
          </a:prstGeom>
        </p:spPr>
      </p:pic>
      <p:sp>
        <p:nvSpPr>
          <p:cNvPr id="3" name="Rectangle: Rounded Corners 2">
            <a:extLst>
              <a:ext uri="{FF2B5EF4-FFF2-40B4-BE49-F238E27FC236}">
                <a16:creationId xmlns:a16="http://schemas.microsoft.com/office/drawing/2014/main" id="{99A10EDC-0099-E0A2-2D58-BCA9ED50D61C}"/>
              </a:ext>
            </a:extLst>
          </p:cNvPr>
          <p:cNvSpPr/>
          <p:nvPr/>
        </p:nvSpPr>
        <p:spPr>
          <a:xfrm>
            <a:off x="2703304" y="327497"/>
            <a:ext cx="5786225" cy="437100"/>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IT is advised to change your password on first login</a:t>
            </a:r>
          </a:p>
        </p:txBody>
      </p:sp>
      <p:sp>
        <p:nvSpPr>
          <p:cNvPr id="5" name="Arrow: Up 4">
            <a:extLst>
              <a:ext uri="{FF2B5EF4-FFF2-40B4-BE49-F238E27FC236}">
                <a16:creationId xmlns:a16="http://schemas.microsoft.com/office/drawing/2014/main" id="{CFAB6ED8-015E-7D95-E782-038DCC49F80B}"/>
              </a:ext>
            </a:extLst>
          </p:cNvPr>
          <p:cNvSpPr/>
          <p:nvPr/>
        </p:nvSpPr>
        <p:spPr>
          <a:xfrm>
            <a:off x="4021965" y="4428991"/>
            <a:ext cx="181313" cy="762000"/>
          </a:xfrm>
          <a:prstGeom prst="up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3596277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 email&#10;&#10;Description automatically generated">
            <a:extLst>
              <a:ext uri="{FF2B5EF4-FFF2-40B4-BE49-F238E27FC236}">
                <a16:creationId xmlns:a16="http://schemas.microsoft.com/office/drawing/2014/main" id="{0E2BC8BD-2CB5-ED06-5B48-AFB77B549012}"/>
              </a:ext>
            </a:extLst>
          </p:cNvPr>
          <p:cNvPicPr>
            <a:picLocks noChangeAspect="1"/>
          </p:cNvPicPr>
          <p:nvPr/>
        </p:nvPicPr>
        <p:blipFill>
          <a:blip r:embed="rId2"/>
          <a:stretch>
            <a:fillRect/>
          </a:stretch>
        </p:blipFill>
        <p:spPr>
          <a:xfrm>
            <a:off x="2147" y="377483"/>
            <a:ext cx="12187707" cy="6081569"/>
          </a:xfrm>
          <a:prstGeom prst="rect">
            <a:avLst/>
          </a:prstGeom>
        </p:spPr>
      </p:pic>
      <p:sp>
        <p:nvSpPr>
          <p:cNvPr id="3" name="Rectangle: Rounded Corners 2">
            <a:extLst>
              <a:ext uri="{FF2B5EF4-FFF2-40B4-BE49-F238E27FC236}">
                <a16:creationId xmlns:a16="http://schemas.microsoft.com/office/drawing/2014/main" id="{D667B30E-4AD0-1D90-BC5F-C532FF31E112}"/>
              </a:ext>
            </a:extLst>
          </p:cNvPr>
          <p:cNvSpPr/>
          <p:nvPr/>
        </p:nvSpPr>
        <p:spPr>
          <a:xfrm>
            <a:off x="2854694" y="382456"/>
            <a:ext cx="5943796" cy="418075"/>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To edit your company profile, click on "</a:t>
            </a:r>
            <a:r>
              <a:rPr lang="en-US" b="1" u="sng" dirty="0">
                <a:solidFill>
                  <a:schemeClr val="bg1"/>
                </a:solidFill>
                <a:cs typeface="Calibri"/>
              </a:rPr>
              <a:t>Company Profile</a:t>
            </a:r>
            <a:r>
              <a:rPr lang="en-US" b="1" dirty="0">
                <a:solidFill>
                  <a:schemeClr val="bg1"/>
                </a:solidFill>
                <a:cs typeface="Calibri"/>
              </a:rPr>
              <a:t>"</a:t>
            </a:r>
            <a:endParaRPr lang="en-US" b="1" u="sng" dirty="0">
              <a:solidFill>
                <a:schemeClr val="bg1"/>
              </a:solidFill>
              <a:cs typeface="Calibri"/>
            </a:endParaRPr>
          </a:p>
        </p:txBody>
      </p:sp>
      <p:sp>
        <p:nvSpPr>
          <p:cNvPr id="5" name="Arrow: Left 4">
            <a:extLst>
              <a:ext uri="{FF2B5EF4-FFF2-40B4-BE49-F238E27FC236}">
                <a16:creationId xmlns:a16="http://schemas.microsoft.com/office/drawing/2014/main" id="{F21FE0F0-9429-9BD3-F664-2F52A60C189A}"/>
              </a:ext>
            </a:extLst>
          </p:cNvPr>
          <p:cNvSpPr/>
          <p:nvPr/>
        </p:nvSpPr>
        <p:spPr>
          <a:xfrm>
            <a:off x="1011213" y="1321345"/>
            <a:ext cx="815498" cy="218550"/>
          </a:xfrm>
          <a:prstGeom prst="lef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Arrow: Left 8">
            <a:extLst>
              <a:ext uri="{FF2B5EF4-FFF2-40B4-BE49-F238E27FC236}">
                <a16:creationId xmlns:a16="http://schemas.microsoft.com/office/drawing/2014/main" id="{8F14420F-A3FF-760B-6C64-D54066581CFA}"/>
              </a:ext>
            </a:extLst>
          </p:cNvPr>
          <p:cNvSpPr/>
          <p:nvPr/>
        </p:nvSpPr>
        <p:spPr>
          <a:xfrm rot="10800000">
            <a:off x="9624755" y="1371591"/>
            <a:ext cx="836964" cy="218550"/>
          </a:xfrm>
          <a:prstGeom prst="leftArrow">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317039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descr="Graphical user interface&#10;&#10;Description automatically generated">
            <a:extLst>
              <a:ext uri="{FF2B5EF4-FFF2-40B4-BE49-F238E27FC236}">
                <a16:creationId xmlns:a16="http://schemas.microsoft.com/office/drawing/2014/main" id="{493455C0-02DD-A56B-35F3-2EB2C7D12527}"/>
              </a:ext>
            </a:extLst>
          </p:cNvPr>
          <p:cNvPicPr>
            <a:picLocks noChangeAspect="1"/>
          </p:cNvPicPr>
          <p:nvPr/>
        </p:nvPicPr>
        <p:blipFill>
          <a:blip r:embed="rId2"/>
          <a:stretch>
            <a:fillRect/>
          </a:stretch>
        </p:blipFill>
        <p:spPr>
          <a:xfrm>
            <a:off x="2147" y="390236"/>
            <a:ext cx="12192702" cy="6034601"/>
          </a:xfrm>
          <a:prstGeom prst="rect">
            <a:avLst/>
          </a:prstGeom>
        </p:spPr>
      </p:pic>
      <p:sp>
        <p:nvSpPr>
          <p:cNvPr id="6" name="Rectangle: Rounded Corners 5">
            <a:extLst>
              <a:ext uri="{FF2B5EF4-FFF2-40B4-BE49-F238E27FC236}">
                <a16:creationId xmlns:a16="http://schemas.microsoft.com/office/drawing/2014/main" id="{97878AE2-889C-5554-EF41-3B1DEB17AC9E}"/>
              </a:ext>
            </a:extLst>
          </p:cNvPr>
          <p:cNvSpPr/>
          <p:nvPr/>
        </p:nvSpPr>
        <p:spPr>
          <a:xfrm>
            <a:off x="3172386" y="393395"/>
            <a:ext cx="5354326" cy="447834"/>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To add your products, click "</a:t>
            </a:r>
            <a:r>
              <a:rPr lang="en-US" b="1" u="sng" dirty="0">
                <a:solidFill>
                  <a:schemeClr val="bg1"/>
                </a:solidFill>
                <a:cs typeface="Calibri"/>
              </a:rPr>
              <a:t>New Product</a:t>
            </a:r>
            <a:r>
              <a:rPr lang="en-US" b="1" dirty="0">
                <a:solidFill>
                  <a:schemeClr val="bg1"/>
                </a:solidFill>
                <a:cs typeface="Calibri"/>
              </a:rPr>
              <a:t>"</a:t>
            </a:r>
          </a:p>
        </p:txBody>
      </p:sp>
      <p:sp>
        <p:nvSpPr>
          <p:cNvPr id="8" name="Arrow: Left 7">
            <a:extLst>
              <a:ext uri="{FF2B5EF4-FFF2-40B4-BE49-F238E27FC236}">
                <a16:creationId xmlns:a16="http://schemas.microsoft.com/office/drawing/2014/main" id="{424F6BC2-1413-CEF1-34C3-6C6585093E08}"/>
              </a:ext>
            </a:extLst>
          </p:cNvPr>
          <p:cNvSpPr/>
          <p:nvPr/>
        </p:nvSpPr>
        <p:spPr>
          <a:xfrm>
            <a:off x="1204995" y="2825815"/>
            <a:ext cx="875827" cy="226842"/>
          </a:xfrm>
          <a:prstGeom prst="lef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Arrow: Right 8">
            <a:extLst>
              <a:ext uri="{FF2B5EF4-FFF2-40B4-BE49-F238E27FC236}">
                <a16:creationId xmlns:a16="http://schemas.microsoft.com/office/drawing/2014/main" id="{F497299E-F5A6-FCD7-11DE-5564D4EFB693}"/>
              </a:ext>
            </a:extLst>
          </p:cNvPr>
          <p:cNvSpPr/>
          <p:nvPr/>
        </p:nvSpPr>
        <p:spPr>
          <a:xfrm>
            <a:off x="9800968" y="1328133"/>
            <a:ext cx="935181" cy="209444"/>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159355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Graphical user interface, application, email&#10;&#10;Description automatically generated">
            <a:extLst>
              <a:ext uri="{FF2B5EF4-FFF2-40B4-BE49-F238E27FC236}">
                <a16:creationId xmlns:a16="http://schemas.microsoft.com/office/drawing/2014/main" id="{F21DBB69-4A93-B121-2720-252B6DC3E824}"/>
              </a:ext>
            </a:extLst>
          </p:cNvPr>
          <p:cNvPicPr>
            <a:picLocks noChangeAspect="1"/>
          </p:cNvPicPr>
          <p:nvPr/>
        </p:nvPicPr>
        <p:blipFill>
          <a:blip r:embed="rId2"/>
          <a:stretch>
            <a:fillRect/>
          </a:stretch>
        </p:blipFill>
        <p:spPr>
          <a:xfrm>
            <a:off x="2147" y="390210"/>
            <a:ext cx="12187706" cy="5948793"/>
          </a:xfrm>
          <a:prstGeom prst="rect">
            <a:avLst/>
          </a:prstGeom>
        </p:spPr>
      </p:pic>
      <p:sp>
        <p:nvSpPr>
          <p:cNvPr id="7" name="Rectangle: Rounded Corners 6">
            <a:extLst>
              <a:ext uri="{FF2B5EF4-FFF2-40B4-BE49-F238E27FC236}">
                <a16:creationId xmlns:a16="http://schemas.microsoft.com/office/drawing/2014/main" id="{D53E32B4-695A-4365-91B0-18DCFE2D1F3D}"/>
              </a:ext>
            </a:extLst>
          </p:cNvPr>
          <p:cNvSpPr/>
          <p:nvPr/>
        </p:nvSpPr>
        <p:spPr>
          <a:xfrm>
            <a:off x="2885746" y="391929"/>
            <a:ext cx="5622635" cy="456126"/>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Add product details and save </a:t>
            </a:r>
          </a:p>
        </p:txBody>
      </p:sp>
    </p:spTree>
    <p:extLst>
      <p:ext uri="{BB962C8B-B14F-4D97-AF65-F5344CB8AC3E}">
        <p14:creationId xmlns:p14="http://schemas.microsoft.com/office/powerpoint/2010/main" val="602463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10;&#10;Description automatically generated">
            <a:extLst>
              <a:ext uri="{FF2B5EF4-FFF2-40B4-BE49-F238E27FC236}">
                <a16:creationId xmlns:a16="http://schemas.microsoft.com/office/drawing/2014/main" id="{1DC093B8-541E-83E1-62E4-EC4E8145B1BF}"/>
              </a:ext>
            </a:extLst>
          </p:cNvPr>
          <p:cNvPicPr>
            <a:picLocks noChangeAspect="1"/>
          </p:cNvPicPr>
          <p:nvPr/>
        </p:nvPicPr>
        <p:blipFill>
          <a:blip r:embed="rId2"/>
          <a:stretch>
            <a:fillRect/>
          </a:stretch>
        </p:blipFill>
        <p:spPr>
          <a:xfrm>
            <a:off x="-8585" y="302937"/>
            <a:ext cx="12198438" cy="6058944"/>
          </a:xfrm>
          <a:prstGeom prst="rect">
            <a:avLst/>
          </a:prstGeom>
        </p:spPr>
      </p:pic>
      <p:sp>
        <p:nvSpPr>
          <p:cNvPr id="3" name="Arrow: Right 2">
            <a:extLst>
              <a:ext uri="{FF2B5EF4-FFF2-40B4-BE49-F238E27FC236}">
                <a16:creationId xmlns:a16="http://schemas.microsoft.com/office/drawing/2014/main" id="{2241FEBA-7BA4-68A6-B7C4-4B8259BA8EBC}"/>
              </a:ext>
            </a:extLst>
          </p:cNvPr>
          <p:cNvSpPr/>
          <p:nvPr/>
        </p:nvSpPr>
        <p:spPr>
          <a:xfrm>
            <a:off x="1659292" y="5348700"/>
            <a:ext cx="1062181" cy="175621"/>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Rectangle: Rounded Corners 3">
            <a:extLst>
              <a:ext uri="{FF2B5EF4-FFF2-40B4-BE49-F238E27FC236}">
                <a16:creationId xmlns:a16="http://schemas.microsoft.com/office/drawing/2014/main" id="{5DBCE9BD-7626-2C14-6506-1AABAB955834}"/>
              </a:ext>
            </a:extLst>
          </p:cNvPr>
          <p:cNvSpPr/>
          <p:nvPr/>
        </p:nvSpPr>
        <p:spPr>
          <a:xfrm>
            <a:off x="3144305" y="307372"/>
            <a:ext cx="5536777" cy="438727"/>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Later if required you can edit your product</a:t>
            </a:r>
          </a:p>
        </p:txBody>
      </p:sp>
    </p:spTree>
    <p:extLst>
      <p:ext uri="{BB962C8B-B14F-4D97-AF65-F5344CB8AC3E}">
        <p14:creationId xmlns:p14="http://schemas.microsoft.com/office/powerpoint/2010/main" val="2985754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application, email&#10;&#10;Description automatically generated">
            <a:extLst>
              <a:ext uri="{FF2B5EF4-FFF2-40B4-BE49-F238E27FC236}">
                <a16:creationId xmlns:a16="http://schemas.microsoft.com/office/drawing/2014/main" id="{152D9FD2-1090-2BB9-4615-7EF5FBBF11C7}"/>
              </a:ext>
            </a:extLst>
          </p:cNvPr>
          <p:cNvPicPr>
            <a:picLocks noChangeAspect="1"/>
          </p:cNvPicPr>
          <p:nvPr/>
        </p:nvPicPr>
        <p:blipFill>
          <a:blip r:embed="rId2"/>
          <a:stretch>
            <a:fillRect/>
          </a:stretch>
        </p:blipFill>
        <p:spPr>
          <a:xfrm>
            <a:off x="2147" y="368806"/>
            <a:ext cx="12187706" cy="6055993"/>
          </a:xfrm>
          <a:prstGeom prst="rect">
            <a:avLst/>
          </a:prstGeom>
        </p:spPr>
      </p:pic>
      <p:sp>
        <p:nvSpPr>
          <p:cNvPr id="6" name="Rectangle: Rounded Corners 5">
            <a:extLst>
              <a:ext uri="{FF2B5EF4-FFF2-40B4-BE49-F238E27FC236}">
                <a16:creationId xmlns:a16="http://schemas.microsoft.com/office/drawing/2014/main" id="{D5085D63-DD8F-5951-AD67-47C7A72058B3}"/>
              </a:ext>
            </a:extLst>
          </p:cNvPr>
          <p:cNvSpPr/>
          <p:nvPr/>
        </p:nvSpPr>
        <p:spPr>
          <a:xfrm>
            <a:off x="2492806" y="361766"/>
            <a:ext cx="7718484" cy="418074"/>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Here you can see  all the </a:t>
            </a:r>
            <a:r>
              <a:rPr lang="en-US" b="1" dirty="0">
                <a:solidFill>
                  <a:schemeClr val="bg1"/>
                </a:solidFill>
                <a:ea typeface="+mn-lt"/>
                <a:cs typeface="+mn-lt"/>
              </a:rPr>
              <a:t>"</a:t>
            </a:r>
            <a:r>
              <a:rPr lang="en-US" b="1" u="sng" dirty="0">
                <a:solidFill>
                  <a:schemeClr val="bg1"/>
                </a:solidFill>
                <a:ea typeface="+mn-lt"/>
                <a:cs typeface="+mn-lt"/>
              </a:rPr>
              <a:t>Leads</a:t>
            </a:r>
            <a:r>
              <a:rPr lang="en-US" b="1" dirty="0">
                <a:solidFill>
                  <a:schemeClr val="bg1"/>
                </a:solidFill>
                <a:ea typeface="+mn-lt"/>
                <a:cs typeface="+mn-lt"/>
              </a:rPr>
              <a:t>" </a:t>
            </a:r>
            <a:r>
              <a:rPr lang="en-US" b="1" dirty="0">
                <a:solidFill>
                  <a:schemeClr val="bg1"/>
                </a:solidFill>
                <a:cs typeface="Calibri"/>
              </a:rPr>
              <a:t>which you have received from other "</a:t>
            </a:r>
            <a:r>
              <a:rPr lang="en-US" b="1" u="sng" dirty="0">
                <a:solidFill>
                  <a:schemeClr val="bg1"/>
                </a:solidFill>
                <a:cs typeface="Calibri"/>
              </a:rPr>
              <a:t>Buyers</a:t>
            </a:r>
            <a:r>
              <a:rPr lang="en-US" b="1" dirty="0">
                <a:solidFill>
                  <a:schemeClr val="bg1"/>
                </a:solidFill>
                <a:cs typeface="Calibri"/>
              </a:rPr>
              <a:t>"</a:t>
            </a:r>
            <a:endParaRPr lang="en-US" b="1" u="sng" dirty="0">
              <a:solidFill>
                <a:schemeClr val="bg1"/>
              </a:solidFill>
              <a:cs typeface="Calibri"/>
            </a:endParaRPr>
          </a:p>
        </p:txBody>
      </p:sp>
      <p:sp>
        <p:nvSpPr>
          <p:cNvPr id="7" name="Arrow: Left 6">
            <a:extLst>
              <a:ext uri="{FF2B5EF4-FFF2-40B4-BE49-F238E27FC236}">
                <a16:creationId xmlns:a16="http://schemas.microsoft.com/office/drawing/2014/main" id="{4C8B3AB9-65AF-8C6E-74C5-DEF879EF2D96}"/>
              </a:ext>
            </a:extLst>
          </p:cNvPr>
          <p:cNvSpPr/>
          <p:nvPr/>
        </p:nvSpPr>
        <p:spPr>
          <a:xfrm>
            <a:off x="1491266" y="1959734"/>
            <a:ext cx="847859" cy="214649"/>
          </a:xfrm>
          <a:prstGeom prst="lef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701245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application, email&#10;&#10;Description automatically generated">
            <a:extLst>
              <a:ext uri="{FF2B5EF4-FFF2-40B4-BE49-F238E27FC236}">
                <a16:creationId xmlns:a16="http://schemas.microsoft.com/office/drawing/2014/main" id="{EC72B4DF-BA58-CFB9-D734-4AB64CE5D5BE}"/>
              </a:ext>
            </a:extLst>
          </p:cNvPr>
          <p:cNvPicPr>
            <a:picLocks noChangeAspect="1"/>
          </p:cNvPicPr>
          <p:nvPr/>
        </p:nvPicPr>
        <p:blipFill>
          <a:blip r:embed="rId2"/>
          <a:stretch>
            <a:fillRect/>
          </a:stretch>
        </p:blipFill>
        <p:spPr>
          <a:xfrm>
            <a:off x="2147" y="366003"/>
            <a:ext cx="12187706" cy="5943544"/>
          </a:xfrm>
          <a:prstGeom prst="rect">
            <a:avLst/>
          </a:prstGeom>
        </p:spPr>
      </p:pic>
      <p:sp>
        <p:nvSpPr>
          <p:cNvPr id="3" name="Arrow: Up 2">
            <a:extLst>
              <a:ext uri="{FF2B5EF4-FFF2-40B4-BE49-F238E27FC236}">
                <a16:creationId xmlns:a16="http://schemas.microsoft.com/office/drawing/2014/main" id="{0C2E35DC-2401-3BB6-35C1-67827E390F51}"/>
              </a:ext>
            </a:extLst>
          </p:cNvPr>
          <p:cNvSpPr/>
          <p:nvPr/>
        </p:nvSpPr>
        <p:spPr>
          <a:xfrm>
            <a:off x="3497686" y="4165242"/>
            <a:ext cx="203915" cy="751267"/>
          </a:xfrm>
          <a:prstGeom prst="up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Rectangle: Rounded Corners 3">
            <a:extLst>
              <a:ext uri="{FF2B5EF4-FFF2-40B4-BE49-F238E27FC236}">
                <a16:creationId xmlns:a16="http://schemas.microsoft.com/office/drawing/2014/main" id="{9ECCFD84-84BF-6100-2DEB-1F0F1F39F5CC}"/>
              </a:ext>
            </a:extLst>
          </p:cNvPr>
          <p:cNvSpPr/>
          <p:nvPr/>
        </p:nvSpPr>
        <p:spPr>
          <a:xfrm>
            <a:off x="3415534" y="370507"/>
            <a:ext cx="4999344" cy="428808"/>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Click here to see your "</a:t>
            </a:r>
            <a:r>
              <a:rPr lang="en-US" b="1" u="sng" dirty="0">
                <a:solidFill>
                  <a:schemeClr val="bg1"/>
                </a:solidFill>
                <a:cs typeface="Calibri"/>
              </a:rPr>
              <a:t>Lead</a:t>
            </a:r>
            <a:r>
              <a:rPr lang="en-US" b="1" dirty="0">
                <a:solidFill>
                  <a:schemeClr val="bg1"/>
                </a:solidFill>
                <a:cs typeface="Calibri"/>
              </a:rPr>
              <a:t>"</a:t>
            </a:r>
          </a:p>
        </p:txBody>
      </p:sp>
    </p:spTree>
    <p:extLst>
      <p:ext uri="{BB962C8B-B14F-4D97-AF65-F5344CB8AC3E}">
        <p14:creationId xmlns:p14="http://schemas.microsoft.com/office/powerpoint/2010/main" val="2588497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Graphical user interface, text, application, email&#10;&#10;Description automatically generated">
            <a:extLst>
              <a:ext uri="{FF2B5EF4-FFF2-40B4-BE49-F238E27FC236}">
                <a16:creationId xmlns:a16="http://schemas.microsoft.com/office/drawing/2014/main" id="{47E85D9E-9DB5-DFA9-D193-06F17D22883D}"/>
              </a:ext>
            </a:extLst>
          </p:cNvPr>
          <p:cNvPicPr>
            <a:picLocks noChangeAspect="1"/>
          </p:cNvPicPr>
          <p:nvPr/>
        </p:nvPicPr>
        <p:blipFill>
          <a:blip r:embed="rId2"/>
          <a:stretch>
            <a:fillRect/>
          </a:stretch>
        </p:blipFill>
        <p:spPr>
          <a:xfrm>
            <a:off x="2147" y="306812"/>
            <a:ext cx="12187706" cy="5997532"/>
          </a:xfrm>
          <a:prstGeom prst="rect">
            <a:avLst/>
          </a:prstGeom>
        </p:spPr>
      </p:pic>
      <p:sp>
        <p:nvSpPr>
          <p:cNvPr id="7" name="Arrow: Down 6">
            <a:extLst>
              <a:ext uri="{FF2B5EF4-FFF2-40B4-BE49-F238E27FC236}">
                <a16:creationId xmlns:a16="http://schemas.microsoft.com/office/drawing/2014/main" id="{D8027099-391D-01B9-BB55-47BCAC4299B7}"/>
              </a:ext>
            </a:extLst>
          </p:cNvPr>
          <p:cNvSpPr/>
          <p:nvPr/>
        </p:nvSpPr>
        <p:spPr>
          <a:xfrm>
            <a:off x="11219108" y="1016358"/>
            <a:ext cx="214648" cy="697605"/>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row: Up 10">
            <a:extLst>
              <a:ext uri="{FF2B5EF4-FFF2-40B4-BE49-F238E27FC236}">
                <a16:creationId xmlns:a16="http://schemas.microsoft.com/office/drawing/2014/main" id="{425E7504-C044-4936-3297-5B2759848633}"/>
              </a:ext>
            </a:extLst>
          </p:cNvPr>
          <p:cNvSpPr/>
          <p:nvPr/>
        </p:nvSpPr>
        <p:spPr>
          <a:xfrm>
            <a:off x="10451205" y="2156137"/>
            <a:ext cx="214648" cy="697605"/>
          </a:xfrm>
          <a:prstGeom prst="up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Rectangle: Rounded Corners 11">
            <a:extLst>
              <a:ext uri="{FF2B5EF4-FFF2-40B4-BE49-F238E27FC236}">
                <a16:creationId xmlns:a16="http://schemas.microsoft.com/office/drawing/2014/main" id="{3F8345C4-231D-F5FD-DDB9-FE3AFE892A75}"/>
              </a:ext>
            </a:extLst>
          </p:cNvPr>
          <p:cNvSpPr/>
          <p:nvPr/>
        </p:nvSpPr>
        <p:spPr>
          <a:xfrm>
            <a:off x="3295260" y="307251"/>
            <a:ext cx="6799280" cy="396611"/>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Choose "</a:t>
            </a:r>
            <a:r>
              <a:rPr lang="en-US" b="1" u="sng" dirty="0">
                <a:solidFill>
                  <a:schemeClr val="bg1"/>
                </a:solidFill>
                <a:cs typeface="Calibri"/>
              </a:rPr>
              <a:t>Accept</a:t>
            </a:r>
            <a:r>
              <a:rPr lang="en-US" b="1" dirty="0">
                <a:solidFill>
                  <a:schemeClr val="bg1"/>
                </a:solidFill>
                <a:cs typeface="Calibri"/>
              </a:rPr>
              <a:t>" to continue the discussion over chat or "</a:t>
            </a:r>
            <a:r>
              <a:rPr lang="en-US" b="1" u="sng" dirty="0">
                <a:solidFill>
                  <a:schemeClr val="bg1"/>
                </a:solidFill>
                <a:cs typeface="Calibri"/>
              </a:rPr>
              <a:t>Declined</a:t>
            </a:r>
            <a:r>
              <a:rPr lang="en-US" b="1" dirty="0">
                <a:solidFill>
                  <a:schemeClr val="bg1"/>
                </a:solidFill>
                <a:cs typeface="Calibri"/>
              </a:rPr>
              <a:t>"</a:t>
            </a:r>
          </a:p>
        </p:txBody>
      </p:sp>
    </p:spTree>
    <p:extLst>
      <p:ext uri="{BB962C8B-B14F-4D97-AF65-F5344CB8AC3E}">
        <p14:creationId xmlns:p14="http://schemas.microsoft.com/office/powerpoint/2010/main" val="3828384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 email&#10;&#10;Description automatically generated">
            <a:extLst>
              <a:ext uri="{FF2B5EF4-FFF2-40B4-BE49-F238E27FC236}">
                <a16:creationId xmlns:a16="http://schemas.microsoft.com/office/drawing/2014/main" id="{3648E13D-4835-FB98-6B94-E587FD1A1F6A}"/>
              </a:ext>
            </a:extLst>
          </p:cNvPr>
          <p:cNvPicPr>
            <a:picLocks noChangeAspect="1"/>
          </p:cNvPicPr>
          <p:nvPr/>
        </p:nvPicPr>
        <p:blipFill>
          <a:blip r:embed="rId2"/>
          <a:stretch>
            <a:fillRect/>
          </a:stretch>
        </p:blipFill>
        <p:spPr>
          <a:xfrm>
            <a:off x="2147" y="306264"/>
            <a:ext cx="12187706" cy="6030825"/>
          </a:xfrm>
          <a:prstGeom prst="rect">
            <a:avLst/>
          </a:prstGeom>
        </p:spPr>
      </p:pic>
      <p:sp>
        <p:nvSpPr>
          <p:cNvPr id="3" name="Rectangle: Rounded Corners 2">
            <a:extLst>
              <a:ext uri="{FF2B5EF4-FFF2-40B4-BE49-F238E27FC236}">
                <a16:creationId xmlns:a16="http://schemas.microsoft.com/office/drawing/2014/main" id="{B71A4DB1-9202-0851-426C-56A50C3E9060}"/>
              </a:ext>
            </a:extLst>
          </p:cNvPr>
          <p:cNvSpPr/>
          <p:nvPr/>
        </p:nvSpPr>
        <p:spPr>
          <a:xfrm>
            <a:off x="2283799" y="310950"/>
            <a:ext cx="6813118" cy="407344"/>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After "</a:t>
            </a:r>
            <a:r>
              <a:rPr lang="en-US" b="1" u="sng" dirty="0">
                <a:solidFill>
                  <a:schemeClr val="bg1"/>
                </a:solidFill>
                <a:cs typeface="Calibri"/>
              </a:rPr>
              <a:t>Accepting</a:t>
            </a:r>
            <a:r>
              <a:rPr lang="en-US" b="1" dirty="0">
                <a:solidFill>
                  <a:schemeClr val="bg1"/>
                </a:solidFill>
                <a:cs typeface="Calibri"/>
              </a:rPr>
              <a:t>" the enquiry you can directly chat with the buyer</a:t>
            </a:r>
          </a:p>
        </p:txBody>
      </p:sp>
    </p:spTree>
    <p:extLst>
      <p:ext uri="{BB962C8B-B14F-4D97-AF65-F5344CB8AC3E}">
        <p14:creationId xmlns:p14="http://schemas.microsoft.com/office/powerpoint/2010/main" val="3120984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descr="Graphical user interface, application&#10;&#10;Description automatically generated">
            <a:extLst>
              <a:ext uri="{FF2B5EF4-FFF2-40B4-BE49-F238E27FC236}">
                <a16:creationId xmlns:a16="http://schemas.microsoft.com/office/drawing/2014/main" id="{7EDBDE28-D143-00F7-FA6C-BAD1734E826D}"/>
              </a:ext>
            </a:extLst>
          </p:cNvPr>
          <p:cNvPicPr>
            <a:picLocks noChangeAspect="1"/>
          </p:cNvPicPr>
          <p:nvPr/>
        </p:nvPicPr>
        <p:blipFill>
          <a:blip r:embed="rId2"/>
          <a:stretch>
            <a:fillRect/>
          </a:stretch>
        </p:blipFill>
        <p:spPr>
          <a:xfrm>
            <a:off x="2147" y="431057"/>
            <a:ext cx="12187706" cy="5920760"/>
          </a:xfrm>
          <a:prstGeom prst="rect">
            <a:avLst/>
          </a:prstGeom>
        </p:spPr>
      </p:pic>
      <p:sp>
        <p:nvSpPr>
          <p:cNvPr id="5" name="Rectangle: Rounded Corners 4">
            <a:extLst>
              <a:ext uri="{FF2B5EF4-FFF2-40B4-BE49-F238E27FC236}">
                <a16:creationId xmlns:a16="http://schemas.microsoft.com/office/drawing/2014/main" id="{F03C679F-4B88-A0CD-5EA0-F50565D04532}"/>
              </a:ext>
            </a:extLst>
          </p:cNvPr>
          <p:cNvSpPr/>
          <p:nvPr/>
        </p:nvSpPr>
        <p:spPr>
          <a:xfrm>
            <a:off x="2460610" y="426161"/>
            <a:ext cx="7568230" cy="450272"/>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Here you can see  all the </a:t>
            </a:r>
            <a:r>
              <a:rPr lang="en-US" b="1" dirty="0">
                <a:solidFill>
                  <a:schemeClr val="bg1"/>
                </a:solidFill>
                <a:ea typeface="+mn-lt"/>
                <a:cs typeface="+mn-lt"/>
              </a:rPr>
              <a:t>"</a:t>
            </a:r>
            <a:r>
              <a:rPr lang="en-US" b="1" u="sng" dirty="0">
                <a:solidFill>
                  <a:schemeClr val="bg1"/>
                </a:solidFill>
                <a:ea typeface="+mn-lt"/>
                <a:cs typeface="+mn-lt"/>
              </a:rPr>
              <a:t>Enquiries</a:t>
            </a:r>
            <a:r>
              <a:rPr lang="en-US" b="1" dirty="0">
                <a:solidFill>
                  <a:schemeClr val="bg1"/>
                </a:solidFill>
                <a:ea typeface="+mn-lt"/>
                <a:cs typeface="+mn-lt"/>
              </a:rPr>
              <a:t>" </a:t>
            </a:r>
            <a:r>
              <a:rPr lang="en-US" b="1" dirty="0">
                <a:solidFill>
                  <a:schemeClr val="bg1"/>
                </a:solidFill>
                <a:cs typeface="Calibri"/>
              </a:rPr>
              <a:t>which you have created to "</a:t>
            </a:r>
            <a:r>
              <a:rPr lang="en-US" b="1" u="sng" dirty="0">
                <a:solidFill>
                  <a:schemeClr val="bg1"/>
                </a:solidFill>
                <a:cs typeface="Calibri"/>
              </a:rPr>
              <a:t>Buy Items</a:t>
            </a:r>
            <a:r>
              <a:rPr lang="en-US" b="1" dirty="0">
                <a:solidFill>
                  <a:schemeClr val="bg1"/>
                </a:solidFill>
                <a:cs typeface="Calibri"/>
              </a:rPr>
              <a:t>"</a:t>
            </a:r>
            <a:endParaRPr lang="en-US" b="1" u="sng" dirty="0">
              <a:solidFill>
                <a:schemeClr val="bg1"/>
              </a:solidFill>
              <a:cs typeface="Calibri"/>
            </a:endParaRPr>
          </a:p>
        </p:txBody>
      </p:sp>
      <p:sp>
        <p:nvSpPr>
          <p:cNvPr id="7" name="Arrow: Left 6">
            <a:extLst>
              <a:ext uri="{FF2B5EF4-FFF2-40B4-BE49-F238E27FC236}">
                <a16:creationId xmlns:a16="http://schemas.microsoft.com/office/drawing/2014/main" id="{CC240BBB-5BDC-997E-4378-88BF86C3F64B}"/>
              </a:ext>
            </a:extLst>
          </p:cNvPr>
          <p:cNvSpPr/>
          <p:nvPr/>
        </p:nvSpPr>
        <p:spPr>
          <a:xfrm>
            <a:off x="1734891" y="1818603"/>
            <a:ext cx="815662" cy="193184"/>
          </a:xfrm>
          <a:prstGeom prst="lef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023378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 application, email&#10;&#10;Description automatically generated">
            <a:extLst>
              <a:ext uri="{FF2B5EF4-FFF2-40B4-BE49-F238E27FC236}">
                <a16:creationId xmlns:a16="http://schemas.microsoft.com/office/drawing/2014/main" id="{46C80725-B906-F1B7-8708-2D4E0893158A}"/>
              </a:ext>
            </a:extLst>
          </p:cNvPr>
          <p:cNvPicPr>
            <a:picLocks noChangeAspect="1"/>
          </p:cNvPicPr>
          <p:nvPr/>
        </p:nvPicPr>
        <p:blipFill>
          <a:blip r:embed="rId2"/>
          <a:stretch>
            <a:fillRect/>
          </a:stretch>
        </p:blipFill>
        <p:spPr>
          <a:xfrm>
            <a:off x="2147" y="368806"/>
            <a:ext cx="12187706" cy="6002332"/>
          </a:xfrm>
          <a:prstGeom prst="rect">
            <a:avLst/>
          </a:prstGeom>
        </p:spPr>
      </p:pic>
      <p:sp>
        <p:nvSpPr>
          <p:cNvPr id="5" name="Rectangle: Rounded Corners 4">
            <a:extLst>
              <a:ext uri="{FF2B5EF4-FFF2-40B4-BE49-F238E27FC236}">
                <a16:creationId xmlns:a16="http://schemas.microsoft.com/office/drawing/2014/main" id="{8574E2FE-AB71-F79C-3EEA-C007A9D10284}"/>
              </a:ext>
            </a:extLst>
          </p:cNvPr>
          <p:cNvSpPr/>
          <p:nvPr/>
        </p:nvSpPr>
        <p:spPr>
          <a:xfrm>
            <a:off x="2780226" y="420710"/>
            <a:ext cx="5935014" cy="450759"/>
          </a:xfrm>
          <a:prstGeom prst="roundRect">
            <a:avLst/>
          </a:prstGeom>
          <a:solidFill>
            <a:srgbClr val="ED7D31"/>
          </a:solidFill>
          <a:ln>
            <a:solidFill>
              <a:schemeClr val="bg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solidFill>
                  <a:schemeClr val="bg1"/>
                </a:solidFill>
                <a:ea typeface="Calibri"/>
                <a:cs typeface="Calibri"/>
              </a:rPr>
              <a:t>Click here to see your "</a:t>
            </a:r>
            <a:r>
              <a:rPr lang="en-US" b="1" u="sng" dirty="0">
                <a:solidFill>
                  <a:schemeClr val="bg1"/>
                </a:solidFill>
                <a:ea typeface="Calibri"/>
                <a:cs typeface="Calibri"/>
              </a:rPr>
              <a:t>Enquiry</a:t>
            </a:r>
            <a:r>
              <a:rPr lang="en-US" b="1" dirty="0">
                <a:solidFill>
                  <a:schemeClr val="bg1"/>
                </a:solidFill>
                <a:ea typeface="Calibri"/>
                <a:cs typeface="Calibri"/>
              </a:rPr>
              <a:t>"</a:t>
            </a:r>
          </a:p>
        </p:txBody>
      </p:sp>
      <p:sp>
        <p:nvSpPr>
          <p:cNvPr id="6" name="Arrow: Up 5">
            <a:extLst>
              <a:ext uri="{FF2B5EF4-FFF2-40B4-BE49-F238E27FC236}">
                <a16:creationId xmlns:a16="http://schemas.microsoft.com/office/drawing/2014/main" id="{C9A3C251-A4FA-D22E-FAF2-5DC1050EAEB2}"/>
              </a:ext>
            </a:extLst>
          </p:cNvPr>
          <p:cNvSpPr/>
          <p:nvPr/>
        </p:nvSpPr>
        <p:spPr>
          <a:xfrm>
            <a:off x="3439732" y="4219441"/>
            <a:ext cx="214648" cy="858590"/>
          </a:xfrm>
          <a:prstGeom prst="upArrow">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239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application&#10;&#10;Description automatically generated">
            <a:extLst>
              <a:ext uri="{FF2B5EF4-FFF2-40B4-BE49-F238E27FC236}">
                <a16:creationId xmlns:a16="http://schemas.microsoft.com/office/drawing/2014/main" id="{DB622B44-02D6-DEDE-5E23-773ACA7A8C06}"/>
              </a:ext>
            </a:extLst>
          </p:cNvPr>
          <p:cNvPicPr>
            <a:picLocks noChangeAspect="1"/>
          </p:cNvPicPr>
          <p:nvPr/>
        </p:nvPicPr>
        <p:blipFill>
          <a:blip r:embed="rId2"/>
          <a:stretch>
            <a:fillRect/>
          </a:stretch>
        </p:blipFill>
        <p:spPr>
          <a:xfrm>
            <a:off x="2147" y="335181"/>
            <a:ext cx="12187706" cy="5951527"/>
          </a:xfrm>
          <a:prstGeom prst="rect">
            <a:avLst/>
          </a:prstGeom>
        </p:spPr>
      </p:pic>
      <p:sp>
        <p:nvSpPr>
          <p:cNvPr id="5" name="Rectangle: Rounded Corners 4">
            <a:extLst>
              <a:ext uri="{FF2B5EF4-FFF2-40B4-BE49-F238E27FC236}">
                <a16:creationId xmlns:a16="http://schemas.microsoft.com/office/drawing/2014/main" id="{1642F6BF-7DDC-805D-95CE-CFBBD44D953F}"/>
              </a:ext>
            </a:extLst>
          </p:cNvPr>
          <p:cNvSpPr/>
          <p:nvPr/>
        </p:nvSpPr>
        <p:spPr>
          <a:xfrm>
            <a:off x="2863403" y="412122"/>
            <a:ext cx="5849153" cy="407831"/>
          </a:xfrm>
          <a:prstGeom prst="roundRec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ea typeface="Calibri"/>
                <a:cs typeface="Calibri"/>
              </a:rPr>
              <a:t>Here you can see the status of your "</a:t>
            </a:r>
            <a:r>
              <a:rPr lang="en-US" b="1" u="sng" dirty="0">
                <a:ea typeface="Calibri"/>
                <a:cs typeface="Calibri"/>
              </a:rPr>
              <a:t>Enquiry</a:t>
            </a:r>
            <a:r>
              <a:rPr lang="en-US" b="1" dirty="0">
                <a:ea typeface="Calibri"/>
                <a:cs typeface="Calibri"/>
              </a:rPr>
              <a:t>" </a:t>
            </a:r>
            <a:endParaRPr lang="en-US" b="1" dirty="0"/>
          </a:p>
        </p:txBody>
      </p:sp>
    </p:spTree>
    <p:extLst>
      <p:ext uri="{BB962C8B-B14F-4D97-AF65-F5344CB8AC3E}">
        <p14:creationId xmlns:p14="http://schemas.microsoft.com/office/powerpoint/2010/main" val="491972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 email&#10;&#10;Description automatically generated">
            <a:extLst>
              <a:ext uri="{FF2B5EF4-FFF2-40B4-BE49-F238E27FC236}">
                <a16:creationId xmlns:a16="http://schemas.microsoft.com/office/drawing/2014/main" id="{4EAEA2D9-01AE-0537-6DDE-3A54D50FC73D}"/>
              </a:ext>
            </a:extLst>
          </p:cNvPr>
          <p:cNvPicPr>
            <a:picLocks noChangeAspect="1"/>
          </p:cNvPicPr>
          <p:nvPr/>
        </p:nvPicPr>
        <p:blipFill>
          <a:blip r:embed="rId2"/>
          <a:stretch>
            <a:fillRect/>
          </a:stretch>
        </p:blipFill>
        <p:spPr>
          <a:xfrm>
            <a:off x="2147" y="486147"/>
            <a:ext cx="12187705" cy="5703254"/>
          </a:xfrm>
          <a:prstGeom prst="rect">
            <a:avLst/>
          </a:prstGeom>
        </p:spPr>
      </p:pic>
      <p:sp>
        <p:nvSpPr>
          <p:cNvPr id="3" name="Rectangle: Rounded Corners 2">
            <a:extLst>
              <a:ext uri="{FF2B5EF4-FFF2-40B4-BE49-F238E27FC236}">
                <a16:creationId xmlns:a16="http://schemas.microsoft.com/office/drawing/2014/main" id="{2639E926-AF09-5384-6CFD-25D3710F8A7F}"/>
              </a:ext>
            </a:extLst>
          </p:cNvPr>
          <p:cNvSpPr/>
          <p:nvPr/>
        </p:nvSpPr>
        <p:spPr>
          <a:xfrm>
            <a:off x="2610239" y="395307"/>
            <a:ext cx="7472998" cy="541266"/>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To add user, click "</a:t>
            </a:r>
            <a:r>
              <a:rPr lang="en-US" b="1" u="sng" dirty="0">
                <a:solidFill>
                  <a:schemeClr val="bg1"/>
                </a:solidFill>
                <a:cs typeface="Calibri"/>
              </a:rPr>
              <a:t>New User</a:t>
            </a:r>
            <a:r>
              <a:rPr lang="en-US" b="1" dirty="0">
                <a:solidFill>
                  <a:schemeClr val="bg1"/>
                </a:solidFill>
                <a:cs typeface="Calibri"/>
              </a:rPr>
              <a:t>“, you may add user from your company and assign them roles</a:t>
            </a:r>
          </a:p>
        </p:txBody>
      </p:sp>
      <p:sp>
        <p:nvSpPr>
          <p:cNvPr id="4" name="Arrow: Left 3">
            <a:extLst>
              <a:ext uri="{FF2B5EF4-FFF2-40B4-BE49-F238E27FC236}">
                <a16:creationId xmlns:a16="http://schemas.microsoft.com/office/drawing/2014/main" id="{BC5F5438-345D-8D91-B608-590EAF93D460}"/>
              </a:ext>
            </a:extLst>
          </p:cNvPr>
          <p:cNvSpPr/>
          <p:nvPr/>
        </p:nvSpPr>
        <p:spPr>
          <a:xfrm>
            <a:off x="874169" y="2525453"/>
            <a:ext cx="981363" cy="219364"/>
          </a:xfrm>
          <a:prstGeom prst="lef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Arrow: Left 4">
            <a:extLst>
              <a:ext uri="{FF2B5EF4-FFF2-40B4-BE49-F238E27FC236}">
                <a16:creationId xmlns:a16="http://schemas.microsoft.com/office/drawing/2014/main" id="{522214E9-1346-F91F-523B-30B0E0458F28}"/>
              </a:ext>
            </a:extLst>
          </p:cNvPr>
          <p:cNvSpPr/>
          <p:nvPr/>
        </p:nvSpPr>
        <p:spPr>
          <a:xfrm>
            <a:off x="1107679" y="2877508"/>
            <a:ext cx="981363" cy="219364"/>
          </a:xfrm>
          <a:prstGeom prst="lef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Arrow: Right 5">
            <a:extLst>
              <a:ext uri="{FF2B5EF4-FFF2-40B4-BE49-F238E27FC236}">
                <a16:creationId xmlns:a16="http://schemas.microsoft.com/office/drawing/2014/main" id="{7B2ABD37-31AD-A298-A15E-3F0BB0E68DA1}"/>
              </a:ext>
            </a:extLst>
          </p:cNvPr>
          <p:cNvSpPr/>
          <p:nvPr/>
        </p:nvSpPr>
        <p:spPr>
          <a:xfrm rot="-5400000">
            <a:off x="10872079" y="2074205"/>
            <a:ext cx="981363" cy="242456"/>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514573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application&#10;&#10;Description automatically generated">
            <a:extLst>
              <a:ext uri="{FF2B5EF4-FFF2-40B4-BE49-F238E27FC236}">
                <a16:creationId xmlns:a16="http://schemas.microsoft.com/office/drawing/2014/main" id="{E48D5182-20B3-E07C-4A0F-F44FD42B546E}"/>
              </a:ext>
            </a:extLst>
          </p:cNvPr>
          <p:cNvPicPr>
            <a:picLocks noChangeAspect="1"/>
          </p:cNvPicPr>
          <p:nvPr/>
        </p:nvPicPr>
        <p:blipFill>
          <a:blip r:embed="rId2"/>
          <a:stretch>
            <a:fillRect/>
          </a:stretch>
        </p:blipFill>
        <p:spPr>
          <a:xfrm>
            <a:off x="2147" y="485433"/>
            <a:ext cx="12187706" cy="5726148"/>
          </a:xfrm>
          <a:prstGeom prst="rect">
            <a:avLst/>
          </a:prstGeom>
        </p:spPr>
      </p:pic>
      <p:sp>
        <p:nvSpPr>
          <p:cNvPr id="3" name="Rectangle: Rounded Corners 2">
            <a:extLst>
              <a:ext uri="{FF2B5EF4-FFF2-40B4-BE49-F238E27FC236}">
                <a16:creationId xmlns:a16="http://schemas.microsoft.com/office/drawing/2014/main" id="{B6609B9C-E73E-0BAE-90AF-F660AE8ACF69}"/>
              </a:ext>
            </a:extLst>
          </p:cNvPr>
          <p:cNvSpPr/>
          <p:nvPr/>
        </p:nvSpPr>
        <p:spPr>
          <a:xfrm>
            <a:off x="4059376" y="488727"/>
            <a:ext cx="4188236" cy="433034"/>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Add user details</a:t>
            </a:r>
          </a:p>
        </p:txBody>
      </p:sp>
    </p:spTree>
    <p:extLst>
      <p:ext uri="{BB962C8B-B14F-4D97-AF65-F5344CB8AC3E}">
        <p14:creationId xmlns:p14="http://schemas.microsoft.com/office/powerpoint/2010/main" val="2379003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descr="Graphical user interface, text, application, email&#10;&#10;Description automatically generated">
            <a:extLst>
              <a:ext uri="{FF2B5EF4-FFF2-40B4-BE49-F238E27FC236}">
                <a16:creationId xmlns:a16="http://schemas.microsoft.com/office/drawing/2014/main" id="{77259AB0-E8CF-E3B7-7148-09D5CD5D87B5}"/>
              </a:ext>
            </a:extLst>
          </p:cNvPr>
          <p:cNvPicPr>
            <a:picLocks noChangeAspect="1"/>
          </p:cNvPicPr>
          <p:nvPr/>
        </p:nvPicPr>
        <p:blipFill>
          <a:blip r:embed="rId2"/>
          <a:stretch>
            <a:fillRect/>
          </a:stretch>
        </p:blipFill>
        <p:spPr>
          <a:xfrm>
            <a:off x="2147" y="420324"/>
            <a:ext cx="12187706" cy="5845634"/>
          </a:xfrm>
          <a:prstGeom prst="rect">
            <a:avLst/>
          </a:prstGeom>
        </p:spPr>
      </p:pic>
      <p:sp>
        <p:nvSpPr>
          <p:cNvPr id="5" name="Rectangle: Rounded Corners 4">
            <a:extLst>
              <a:ext uri="{FF2B5EF4-FFF2-40B4-BE49-F238E27FC236}">
                <a16:creationId xmlns:a16="http://schemas.microsoft.com/office/drawing/2014/main" id="{B98A4C42-5D1B-CCAC-F55A-A67D93A1D950}"/>
              </a:ext>
            </a:extLst>
          </p:cNvPr>
          <p:cNvSpPr/>
          <p:nvPr/>
        </p:nvSpPr>
        <p:spPr>
          <a:xfrm>
            <a:off x="2591066" y="421161"/>
            <a:ext cx="6384636" cy="415636"/>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You can change their status and account status after clicking this</a:t>
            </a:r>
            <a:endParaRPr lang="en-US" dirty="0">
              <a:solidFill>
                <a:schemeClr val="bg1"/>
              </a:solidFill>
            </a:endParaRPr>
          </a:p>
        </p:txBody>
      </p:sp>
      <p:sp>
        <p:nvSpPr>
          <p:cNvPr id="8" name="Arrow: Up 7">
            <a:extLst>
              <a:ext uri="{FF2B5EF4-FFF2-40B4-BE49-F238E27FC236}">
                <a16:creationId xmlns:a16="http://schemas.microsoft.com/office/drawing/2014/main" id="{5FB4ECB0-8AC1-BE1A-38B2-C9D937A95B39}"/>
              </a:ext>
            </a:extLst>
          </p:cNvPr>
          <p:cNvSpPr/>
          <p:nvPr/>
        </p:nvSpPr>
        <p:spPr>
          <a:xfrm>
            <a:off x="3868222" y="2979289"/>
            <a:ext cx="242455" cy="748015"/>
          </a:xfrm>
          <a:prstGeom prst="up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Arrow: Up 8">
            <a:extLst>
              <a:ext uri="{FF2B5EF4-FFF2-40B4-BE49-F238E27FC236}">
                <a16:creationId xmlns:a16="http://schemas.microsoft.com/office/drawing/2014/main" id="{10BCA4B0-922E-6CA8-E4D2-65D7139DB847}"/>
              </a:ext>
            </a:extLst>
          </p:cNvPr>
          <p:cNvSpPr/>
          <p:nvPr/>
        </p:nvSpPr>
        <p:spPr>
          <a:xfrm>
            <a:off x="3196277" y="2984354"/>
            <a:ext cx="254001" cy="738909"/>
          </a:xfrm>
          <a:prstGeom prst="up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832412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a:extLst>
              <a:ext uri="{FF2B5EF4-FFF2-40B4-BE49-F238E27FC236}">
                <a16:creationId xmlns:a16="http://schemas.microsoft.com/office/drawing/2014/main" id="{FB100C1F-DBD5-93C8-92DC-E1C96763F197}"/>
              </a:ext>
            </a:extLst>
          </p:cNvPr>
          <p:cNvPicPr>
            <a:picLocks noChangeAspect="1"/>
          </p:cNvPicPr>
          <p:nvPr/>
        </p:nvPicPr>
        <p:blipFill>
          <a:blip r:embed="rId2"/>
          <a:stretch>
            <a:fillRect/>
          </a:stretch>
        </p:blipFill>
        <p:spPr>
          <a:xfrm>
            <a:off x="2147" y="451806"/>
            <a:ext cx="12187706" cy="5804136"/>
          </a:xfrm>
          <a:prstGeom prst="rect">
            <a:avLst/>
          </a:prstGeom>
        </p:spPr>
      </p:pic>
      <p:sp>
        <p:nvSpPr>
          <p:cNvPr id="5" name="Arrow: Left 4">
            <a:extLst>
              <a:ext uri="{FF2B5EF4-FFF2-40B4-BE49-F238E27FC236}">
                <a16:creationId xmlns:a16="http://schemas.microsoft.com/office/drawing/2014/main" id="{7EF4A5DE-A39D-2FE3-DA11-4E0FCC72410D}"/>
              </a:ext>
            </a:extLst>
          </p:cNvPr>
          <p:cNvSpPr/>
          <p:nvPr/>
        </p:nvSpPr>
        <p:spPr>
          <a:xfrm>
            <a:off x="1983427" y="4020044"/>
            <a:ext cx="969818" cy="196273"/>
          </a:xfrm>
          <a:prstGeom prst="lef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Rectangle: Rounded Corners 6">
            <a:extLst>
              <a:ext uri="{FF2B5EF4-FFF2-40B4-BE49-F238E27FC236}">
                <a16:creationId xmlns:a16="http://schemas.microsoft.com/office/drawing/2014/main" id="{71808916-2B5E-A169-2303-25557963A46F}"/>
              </a:ext>
            </a:extLst>
          </p:cNvPr>
          <p:cNvSpPr/>
          <p:nvPr/>
        </p:nvSpPr>
        <p:spPr>
          <a:xfrm>
            <a:off x="2470727" y="353148"/>
            <a:ext cx="7555502" cy="904637"/>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Here you can see all open enquiries, which are on the Portal and not specific to you. If you are interested, you may respond the enquiry and the buyer will be intimated.</a:t>
            </a:r>
          </a:p>
        </p:txBody>
      </p:sp>
    </p:spTree>
    <p:extLst>
      <p:ext uri="{BB962C8B-B14F-4D97-AF65-F5344CB8AC3E}">
        <p14:creationId xmlns:p14="http://schemas.microsoft.com/office/powerpoint/2010/main" val="1465063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10;&#10;Description automatically generated">
            <a:extLst>
              <a:ext uri="{FF2B5EF4-FFF2-40B4-BE49-F238E27FC236}">
                <a16:creationId xmlns:a16="http://schemas.microsoft.com/office/drawing/2014/main" id="{A5859565-3F9E-9B48-2395-34EF7C2FFE9B}"/>
              </a:ext>
            </a:extLst>
          </p:cNvPr>
          <p:cNvPicPr>
            <a:picLocks noChangeAspect="1"/>
          </p:cNvPicPr>
          <p:nvPr/>
        </p:nvPicPr>
        <p:blipFill>
          <a:blip r:embed="rId2"/>
          <a:stretch>
            <a:fillRect/>
          </a:stretch>
        </p:blipFill>
        <p:spPr>
          <a:xfrm>
            <a:off x="2147" y="452179"/>
            <a:ext cx="12187706" cy="5867785"/>
          </a:xfrm>
          <a:prstGeom prst="rect">
            <a:avLst/>
          </a:prstGeom>
        </p:spPr>
      </p:pic>
      <p:sp>
        <p:nvSpPr>
          <p:cNvPr id="3" name="Rectangle: Rounded Corners 2">
            <a:extLst>
              <a:ext uri="{FF2B5EF4-FFF2-40B4-BE49-F238E27FC236}">
                <a16:creationId xmlns:a16="http://schemas.microsoft.com/office/drawing/2014/main" id="{05A6D457-0CC6-59BB-E611-B3350BCFCB5A}"/>
              </a:ext>
            </a:extLst>
          </p:cNvPr>
          <p:cNvSpPr/>
          <p:nvPr/>
        </p:nvSpPr>
        <p:spPr>
          <a:xfrm>
            <a:off x="2476677" y="529665"/>
            <a:ext cx="7668226" cy="404905"/>
          </a:xfrm>
          <a:prstGeom prst="roundRect">
            <a:avLst/>
          </a:prstGeom>
          <a:solidFill>
            <a:schemeClr val="accent2"/>
          </a:solidFill>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cs typeface="Calibri"/>
              </a:rPr>
              <a:t>Here you may can add your open enquiry which will be listed on the Portal</a:t>
            </a:r>
          </a:p>
        </p:txBody>
      </p:sp>
      <p:sp>
        <p:nvSpPr>
          <p:cNvPr id="4" name="Arrow: Left 3">
            <a:extLst>
              <a:ext uri="{FF2B5EF4-FFF2-40B4-BE49-F238E27FC236}">
                <a16:creationId xmlns:a16="http://schemas.microsoft.com/office/drawing/2014/main" id="{E276C29C-6592-3E8B-5ED4-C5ADBAB78BF5}"/>
              </a:ext>
            </a:extLst>
          </p:cNvPr>
          <p:cNvSpPr/>
          <p:nvPr/>
        </p:nvSpPr>
        <p:spPr>
          <a:xfrm>
            <a:off x="2210507" y="4808054"/>
            <a:ext cx="750454" cy="196274"/>
          </a:xfrm>
          <a:prstGeom prst="lef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40961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Graphical user interface, website&#10;&#10;Description automatically generated">
            <a:extLst>
              <a:ext uri="{FF2B5EF4-FFF2-40B4-BE49-F238E27FC236}">
                <a16:creationId xmlns:a16="http://schemas.microsoft.com/office/drawing/2014/main" id="{A0E9FC45-81C9-47F0-86D0-62CAC9686463}"/>
              </a:ext>
            </a:extLst>
          </p:cNvPr>
          <p:cNvPicPr>
            <a:picLocks noChangeAspect="1"/>
          </p:cNvPicPr>
          <p:nvPr/>
        </p:nvPicPr>
        <p:blipFill rotWithShape="1">
          <a:blip r:embed="rId2"/>
          <a:srcRect b="32302"/>
          <a:stretch/>
        </p:blipFill>
        <p:spPr>
          <a:xfrm>
            <a:off x="0" y="255551"/>
            <a:ext cx="12178145" cy="4210746"/>
          </a:xfrm>
          <a:prstGeom prst="rect">
            <a:avLst/>
          </a:prstGeom>
        </p:spPr>
      </p:pic>
      <p:sp>
        <p:nvSpPr>
          <p:cNvPr id="6" name="TextBox 5">
            <a:extLst>
              <a:ext uri="{FF2B5EF4-FFF2-40B4-BE49-F238E27FC236}">
                <a16:creationId xmlns:a16="http://schemas.microsoft.com/office/drawing/2014/main" id="{58A98ABA-1063-B322-6719-A0A0217FC28B}"/>
              </a:ext>
            </a:extLst>
          </p:cNvPr>
          <p:cNvSpPr txBox="1"/>
          <p:nvPr/>
        </p:nvSpPr>
        <p:spPr>
          <a:xfrm>
            <a:off x="1222872" y="4666687"/>
            <a:ext cx="9309254" cy="830997"/>
          </a:xfrm>
          <a:prstGeom prst="rect">
            <a:avLst/>
          </a:prstGeom>
          <a:noFill/>
        </p:spPr>
        <p:txBody>
          <a:bodyPr wrap="square">
            <a:spAutoFit/>
          </a:bodyPr>
          <a:lstStyle/>
          <a:p>
            <a:pPr algn="ctr"/>
            <a:r>
              <a:rPr lang="en-US" sz="2400" i="1" dirty="0"/>
              <a:t>Thank you!</a:t>
            </a:r>
          </a:p>
          <a:p>
            <a:pPr algn="ctr"/>
            <a:r>
              <a:rPr lang="en-US" sz="2400" dirty="0"/>
              <a:t>Please send your feedback at </a:t>
            </a:r>
            <a:r>
              <a:rPr lang="en-US" sz="2400" i="1" dirty="0">
                <a:solidFill>
                  <a:srgbClr val="0070C0"/>
                </a:solidFill>
              </a:rPr>
              <a:t>sourceindia-electronics.com </a:t>
            </a:r>
          </a:p>
        </p:txBody>
      </p:sp>
    </p:spTree>
    <p:extLst>
      <p:ext uri="{BB962C8B-B14F-4D97-AF65-F5344CB8AC3E}">
        <p14:creationId xmlns:p14="http://schemas.microsoft.com/office/powerpoint/2010/main" val="31690822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TotalTime>
  <Words>224</Words>
  <Application>Microsoft Office PowerPoint</Application>
  <PresentationFormat>Widescreen</PresentationFormat>
  <Paragraphs>20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NITIN MAULEKHI</cp:lastModifiedBy>
  <cp:revision>940</cp:revision>
  <dcterms:created xsi:type="dcterms:W3CDTF">2013-07-15T20:26:40Z</dcterms:created>
  <dcterms:modified xsi:type="dcterms:W3CDTF">2023-02-10T10:50:16Z</dcterms:modified>
</cp:coreProperties>
</file>